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101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232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75AA705-74BB-38DD-A905-1863906C4A62}"/>
              </a:ext>
            </a:extLst>
          </p:cNvPr>
          <p:cNvSpPr/>
          <p:nvPr/>
        </p:nvSpPr>
        <p:spPr>
          <a:xfrm>
            <a:off x="970932" y="2338908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1CDA3F4-8575-795F-6D5B-FC3020E4C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3815" y="2338908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51E6BB-E07D-ED59-A25B-0F15C8490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410" y="2338908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85A78A0-C860-1A2D-4005-A8218EF4B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911" y="2338909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5164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7BCF-64DC-F59F-AF37-54EC6580E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1B8621A-F04E-50F2-44B6-69342C41BD08}"/>
              </a:ext>
            </a:extLst>
          </p:cNvPr>
          <p:cNvGrpSpPr/>
          <p:nvPr/>
        </p:nvGrpSpPr>
        <p:grpSpPr>
          <a:xfrm>
            <a:off x="2236987" y="2845217"/>
            <a:ext cx="7718025" cy="1167566"/>
            <a:chOff x="970932" y="2338908"/>
            <a:chExt cx="7718025" cy="1167566"/>
          </a:xfrm>
        </p:grpSpPr>
        <p:sp>
          <p:nvSpPr>
            <p:cNvPr id="4" name="グラフィックス 2">
              <a:extLst>
                <a:ext uri="{FF2B5EF4-FFF2-40B4-BE49-F238E27FC236}">
                  <a16:creationId xmlns:a16="http://schemas.microsoft.com/office/drawing/2014/main" id="{5BE7AE3E-4131-C5BD-4AA5-9C12AEA534EA}"/>
                </a:ext>
              </a:extLst>
            </p:cNvPr>
            <p:cNvSpPr/>
            <p:nvPr/>
          </p:nvSpPr>
          <p:spPr>
            <a:xfrm>
              <a:off x="970932" y="2338908"/>
              <a:ext cx="496662" cy="1167565"/>
            </a:xfrm>
            <a:custGeom>
              <a:avLst/>
              <a:gdLst>
                <a:gd name="connsiteX0" fmla="*/ 321939 w 1054395"/>
                <a:gd name="connsiteY0" fmla="*/ 2456442 h 2478698"/>
                <a:gd name="connsiteX1" fmla="*/ 252400 w 1054395"/>
                <a:gd name="connsiteY1" fmla="*/ 1587617 h 2478698"/>
                <a:gd name="connsiteX2" fmla="*/ 240089 w 1054395"/>
                <a:gd name="connsiteY2" fmla="*/ 801923 h 2478698"/>
                <a:gd name="connsiteX3" fmla="*/ 179098 w 1054395"/>
                <a:gd name="connsiteY3" fmla="*/ 1222975 h 2478698"/>
                <a:gd name="connsiteX4" fmla="*/ 95544 w 1054395"/>
                <a:gd name="connsiteY4" fmla="*/ 1521713 h 2478698"/>
                <a:gd name="connsiteX5" fmla="*/ 154632 w 1054395"/>
                <a:gd name="connsiteY5" fmla="*/ 615727 h 2478698"/>
                <a:gd name="connsiteX6" fmla="*/ 919062 w 1054395"/>
                <a:gd name="connsiteY6" fmla="*/ 636486 h 2478698"/>
                <a:gd name="connsiteX7" fmla="*/ 964337 w 1054395"/>
                <a:gd name="connsiteY7" fmla="*/ 1521713 h 2478698"/>
                <a:gd name="connsiteX8" fmla="*/ 875483 w 1054395"/>
                <a:gd name="connsiteY8" fmla="*/ 1228255 h 2478698"/>
                <a:gd name="connsiteX9" fmla="*/ 821434 w 1054395"/>
                <a:gd name="connsiteY9" fmla="*/ 807764 h 2478698"/>
                <a:gd name="connsiteX10" fmla="*/ 810578 w 1054395"/>
                <a:gd name="connsiteY10" fmla="*/ 1593965 h 2478698"/>
                <a:gd name="connsiteX11" fmla="*/ 797213 w 1054395"/>
                <a:gd name="connsiteY11" fmla="*/ 2405128 h 2478698"/>
                <a:gd name="connsiteX12" fmla="*/ 625512 w 1054395"/>
                <a:gd name="connsiteY12" fmla="*/ 2455416 h 2478698"/>
                <a:gd name="connsiteX13" fmla="*/ 550960 w 1054395"/>
                <a:gd name="connsiteY13" fmla="*/ 1891669 h 2478698"/>
                <a:gd name="connsiteX14" fmla="*/ 502130 w 1054395"/>
                <a:gd name="connsiteY14" fmla="*/ 1900859 h 2478698"/>
                <a:gd name="connsiteX15" fmla="*/ 321939 w 1054395"/>
                <a:gd name="connsiteY15" fmla="*/ 2456442 h 2478698"/>
                <a:gd name="connsiteX16" fmla="*/ 440511 w 1054395"/>
                <a:gd name="connsiteY16" fmla="*/ 446051 h 2478698"/>
                <a:gd name="connsiteX17" fmla="*/ 297479 w 1054395"/>
                <a:gd name="connsiteY17" fmla="*/ 187926 h 2478698"/>
                <a:gd name="connsiteX18" fmla="*/ 743836 w 1054395"/>
                <a:gd name="connsiteY18" fmla="*/ 144430 h 2478698"/>
                <a:gd name="connsiteX19" fmla="*/ 440511 w 1054395"/>
                <a:gd name="connsiteY19" fmla="*/ 446051 h 247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54395" h="2478698">
                  <a:moveTo>
                    <a:pt x="321939" y="2456442"/>
                  </a:moveTo>
                  <a:cubicBezTo>
                    <a:pt x="250372" y="2427572"/>
                    <a:pt x="252400" y="2452898"/>
                    <a:pt x="252400" y="1587617"/>
                  </a:cubicBezTo>
                  <a:cubicBezTo>
                    <a:pt x="252400" y="1084515"/>
                    <a:pt x="247850" y="794148"/>
                    <a:pt x="240089" y="801923"/>
                  </a:cubicBezTo>
                  <a:cubicBezTo>
                    <a:pt x="205545" y="836523"/>
                    <a:pt x="185010" y="978291"/>
                    <a:pt x="179098" y="1222975"/>
                  </a:cubicBezTo>
                  <a:cubicBezTo>
                    <a:pt x="172405" y="1499957"/>
                    <a:pt x="166321" y="1521713"/>
                    <a:pt x="95544" y="1521713"/>
                  </a:cubicBezTo>
                  <a:cubicBezTo>
                    <a:pt x="-60525" y="1521713"/>
                    <a:pt x="-14491" y="815878"/>
                    <a:pt x="154632" y="615727"/>
                  </a:cubicBezTo>
                  <a:cubicBezTo>
                    <a:pt x="283670" y="463015"/>
                    <a:pt x="802056" y="477094"/>
                    <a:pt x="919062" y="636486"/>
                  </a:cubicBezTo>
                  <a:cubicBezTo>
                    <a:pt x="1071964" y="844782"/>
                    <a:pt x="1106587" y="1521713"/>
                    <a:pt x="964337" y="1521713"/>
                  </a:cubicBezTo>
                  <a:cubicBezTo>
                    <a:pt x="883148" y="1521713"/>
                    <a:pt x="875483" y="1496401"/>
                    <a:pt x="875483" y="1228255"/>
                  </a:cubicBezTo>
                  <a:cubicBezTo>
                    <a:pt x="875483" y="992006"/>
                    <a:pt x="851800" y="807764"/>
                    <a:pt x="821434" y="807764"/>
                  </a:cubicBezTo>
                  <a:cubicBezTo>
                    <a:pt x="815463" y="807764"/>
                    <a:pt x="810578" y="1161553"/>
                    <a:pt x="810578" y="1593965"/>
                  </a:cubicBezTo>
                  <a:cubicBezTo>
                    <a:pt x="810578" y="2108359"/>
                    <a:pt x="805957" y="2388798"/>
                    <a:pt x="797213" y="2405128"/>
                  </a:cubicBezTo>
                  <a:cubicBezTo>
                    <a:pt x="769135" y="2457597"/>
                    <a:pt x="684621" y="2482352"/>
                    <a:pt x="625512" y="2455416"/>
                  </a:cubicBezTo>
                  <a:cubicBezTo>
                    <a:pt x="558506" y="2424885"/>
                    <a:pt x="557918" y="2420433"/>
                    <a:pt x="550960" y="1891669"/>
                  </a:cubicBezTo>
                  <a:cubicBezTo>
                    <a:pt x="541239" y="1152834"/>
                    <a:pt x="507145" y="1159252"/>
                    <a:pt x="502130" y="1900859"/>
                  </a:cubicBezTo>
                  <a:cubicBezTo>
                    <a:pt x="498254" y="2474161"/>
                    <a:pt x="482928" y="2521411"/>
                    <a:pt x="321939" y="2456442"/>
                  </a:cubicBezTo>
                  <a:close/>
                  <a:moveTo>
                    <a:pt x="440511" y="446051"/>
                  </a:moveTo>
                  <a:cubicBezTo>
                    <a:pt x="334212" y="397761"/>
                    <a:pt x="277537" y="295482"/>
                    <a:pt x="297479" y="187926"/>
                  </a:cubicBezTo>
                  <a:cubicBezTo>
                    <a:pt x="339285" y="-37565"/>
                    <a:pt x="671831" y="-69970"/>
                    <a:pt x="743836" y="144430"/>
                  </a:cubicBezTo>
                  <a:cubicBezTo>
                    <a:pt x="812244" y="348121"/>
                    <a:pt x="628072" y="531258"/>
                    <a:pt x="440511" y="446051"/>
                  </a:cubicBezTo>
                  <a:close/>
                </a:path>
              </a:pathLst>
            </a:custGeom>
            <a:solidFill>
              <a:srgbClr val="000000"/>
            </a:solidFill>
            <a:ln w="129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2694B3F1-2816-FE64-0281-A2F32708F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703815" y="2338908"/>
              <a:ext cx="1045875" cy="116756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C2D52CC-07D2-D95D-726B-B2E7B489A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7410" y="2338908"/>
              <a:ext cx="1161547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54DEBB-A594-5042-9A2B-0B44B4777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5911" y="2338909"/>
              <a:ext cx="1305278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0954401-B57C-3003-B512-6FF7FFC8C26C}"/>
              </a:ext>
            </a:extLst>
          </p:cNvPr>
          <p:cNvSpPr/>
          <p:nvPr/>
        </p:nvSpPr>
        <p:spPr>
          <a:xfrm>
            <a:off x="990600" y="838200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5422C8A-C4F1-0F5C-C9EC-89038D40F385}"/>
              </a:ext>
            </a:extLst>
          </p:cNvPr>
          <p:cNvSpPr/>
          <p:nvPr/>
        </p:nvSpPr>
        <p:spPr>
          <a:xfrm>
            <a:off x="990600" y="5206999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3FF46A-F463-07D7-B5FC-18E29E3DF2FE}"/>
              </a:ext>
            </a:extLst>
          </p:cNvPr>
          <p:cNvSpPr/>
          <p:nvPr/>
        </p:nvSpPr>
        <p:spPr>
          <a:xfrm>
            <a:off x="2495550" y="151128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D0E3663E-1E45-102D-D831-0F3EF6F7F87A}"/>
              </a:ext>
            </a:extLst>
          </p:cNvPr>
          <p:cNvSpPr/>
          <p:nvPr/>
        </p:nvSpPr>
        <p:spPr>
          <a:xfrm>
            <a:off x="47117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57BD9F5C-A1EC-08C5-236B-53F7123ADF6B}"/>
              </a:ext>
            </a:extLst>
          </p:cNvPr>
          <p:cNvSpPr/>
          <p:nvPr/>
        </p:nvSpPr>
        <p:spPr>
          <a:xfrm>
            <a:off x="70866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B9081A07-E31F-D8A8-4DAC-16451ACE849A}"/>
              </a:ext>
            </a:extLst>
          </p:cNvPr>
          <p:cNvSpPr/>
          <p:nvPr/>
        </p:nvSpPr>
        <p:spPr>
          <a:xfrm flipV="1">
            <a:off x="2485318" y="410210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84E316E6-07B0-B746-F8CF-31B6A40A7F3F}"/>
              </a:ext>
            </a:extLst>
          </p:cNvPr>
          <p:cNvSpPr/>
          <p:nvPr/>
        </p:nvSpPr>
        <p:spPr>
          <a:xfrm flipV="1">
            <a:off x="47014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136DB5D1-AEE1-D0CA-A5E3-6C90E0DECE12}"/>
              </a:ext>
            </a:extLst>
          </p:cNvPr>
          <p:cNvSpPr/>
          <p:nvPr/>
        </p:nvSpPr>
        <p:spPr>
          <a:xfrm flipV="1">
            <a:off x="70763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95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A4A54-B1F9-5D3B-59C9-98721DCE6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4CE7EA3-10A3-7B3A-0E41-C7B39555ED69}"/>
              </a:ext>
            </a:extLst>
          </p:cNvPr>
          <p:cNvSpPr/>
          <p:nvPr/>
        </p:nvSpPr>
        <p:spPr>
          <a:xfrm>
            <a:off x="2198887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45C4F5D8-AF50-6170-E5E6-EDB69C217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3672F79-D853-E0F1-04AC-CE85AC02F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98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F1B90AB-F542-B9B8-D2A9-EE7DF15AC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16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DAE07F-66B9-A23D-0C02-1229AF655CDB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E7970D54-936A-332E-ADAA-1EB21F2E9460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2D18F82A-EFB9-724C-6583-F3D378F9F581}"/>
              </a:ext>
            </a:extLst>
          </p:cNvPr>
          <p:cNvSpPr/>
          <p:nvPr/>
        </p:nvSpPr>
        <p:spPr>
          <a:xfrm>
            <a:off x="70866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A3592562-B762-EC32-1635-FA1F92A60C43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52463CC9-E2B5-AB92-CE49-AE60CB2D7E2D}"/>
              </a:ext>
            </a:extLst>
          </p:cNvPr>
          <p:cNvSpPr/>
          <p:nvPr/>
        </p:nvSpPr>
        <p:spPr>
          <a:xfrm flipV="1">
            <a:off x="47014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E45684AC-2B91-4B76-F833-252A55067458}"/>
              </a:ext>
            </a:extLst>
          </p:cNvPr>
          <p:cNvSpPr/>
          <p:nvPr/>
        </p:nvSpPr>
        <p:spPr>
          <a:xfrm flipV="1">
            <a:off x="70763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D6631E5-AFDF-B8D5-8972-B76E957BC697}"/>
              </a:ext>
            </a:extLst>
          </p:cNvPr>
          <p:cNvGrpSpPr/>
          <p:nvPr/>
        </p:nvGrpSpPr>
        <p:grpSpPr>
          <a:xfrm>
            <a:off x="284517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84DA211B-EE66-DF81-8399-13486406181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08381E-8976-3A4A-B080-99908B51BC23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5A9482-875B-E6EE-9195-965C47C5F73C}"/>
              </a:ext>
            </a:extLst>
          </p:cNvPr>
          <p:cNvGrpSpPr/>
          <p:nvPr/>
        </p:nvGrpSpPr>
        <p:grpSpPr>
          <a:xfrm>
            <a:off x="50613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7221AF0A-FFFE-3D0E-4B12-3A718E215C0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979B852-E3CA-1871-68B9-7D885786BA20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145982D0-6544-AB5C-C2B6-C85AAAE049EE}"/>
              </a:ext>
            </a:extLst>
          </p:cNvPr>
          <p:cNvGrpSpPr/>
          <p:nvPr/>
        </p:nvGrpSpPr>
        <p:grpSpPr>
          <a:xfrm>
            <a:off x="743622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D1152D39-9974-BF5B-540B-4492B260F26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92F1269-B526-BE1B-29C5-D41F05CED67A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824C002-C133-3452-C26D-F1AF74D39BEA}"/>
              </a:ext>
            </a:extLst>
          </p:cNvPr>
          <p:cNvGrpSpPr/>
          <p:nvPr/>
        </p:nvGrpSpPr>
        <p:grpSpPr>
          <a:xfrm>
            <a:off x="7444507" y="534188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F379F518-FA24-CBF2-FB06-4326DBD99521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6C371DA-7D34-6A5B-5B61-3C7CD243E2B8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3675F835-A7E4-8FE8-5483-1207E9982456}"/>
              </a:ext>
            </a:extLst>
          </p:cNvPr>
          <p:cNvGrpSpPr/>
          <p:nvPr/>
        </p:nvGrpSpPr>
        <p:grpSpPr>
          <a:xfrm>
            <a:off x="5061325" y="533421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8" name="雲 19">
              <a:extLst>
                <a:ext uri="{FF2B5EF4-FFF2-40B4-BE49-F238E27FC236}">
                  <a16:creationId xmlns:a16="http://schemas.microsoft.com/office/drawing/2014/main" id="{5EE41B3F-5F09-38D6-A701-71B87ACAB2F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772A06D-7EBD-EEDB-453B-F28B3E88CEF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0845A643-3560-2E7F-2592-34EC54B0AD82}"/>
              </a:ext>
            </a:extLst>
          </p:cNvPr>
          <p:cNvGrpSpPr/>
          <p:nvPr/>
        </p:nvGrpSpPr>
        <p:grpSpPr>
          <a:xfrm>
            <a:off x="2754187" y="533804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90F5083F-0994-C786-9E10-40143EBD110C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B41EA38-983D-378B-C24A-4DE81947F40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F3A92A78-B75F-9E31-D273-9E34FEEE3814}"/>
              </a:ext>
            </a:extLst>
          </p:cNvPr>
          <p:cNvSpPr/>
          <p:nvPr/>
        </p:nvSpPr>
        <p:spPr>
          <a:xfrm>
            <a:off x="6451939" y="580222"/>
            <a:ext cx="833437" cy="575478"/>
          </a:xfrm>
          <a:prstGeom prst="flowChartDocumen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E53F5E13-49F7-63F2-FE0E-18D19AEB6664}"/>
              </a:ext>
            </a:extLst>
          </p:cNvPr>
          <p:cNvCxnSpPr/>
          <p:nvPr/>
        </p:nvCxnSpPr>
        <p:spPr>
          <a:xfrm>
            <a:off x="6868658" y="1301750"/>
            <a:ext cx="0" cy="1657362"/>
          </a:xfrm>
          <a:prstGeom prst="straightConnector1">
            <a:avLst/>
          </a:pr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0125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75CFD-D358-2426-CE3F-2203305FE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BF5F992A-898F-6455-5F9B-392F6FED8030}"/>
              </a:ext>
            </a:extLst>
          </p:cNvPr>
          <p:cNvSpPr/>
          <p:nvPr/>
        </p:nvSpPr>
        <p:spPr>
          <a:xfrm>
            <a:off x="2162169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5D264856-17CB-2135-4155-0B87966601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6707BB39-F1DD-2D54-BF1B-E91E17B63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9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434DC88-6A54-E774-4923-7FE4211B67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690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A2F14780-A427-27A2-008F-EDAE23A479E6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EAAD9D41-7FDC-07C9-FBED-4BDCFCB3F19B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71D13AFD-7B17-E7F1-6BC1-53AD50F0F4F6}"/>
              </a:ext>
            </a:extLst>
          </p:cNvPr>
          <p:cNvSpPr/>
          <p:nvPr/>
        </p:nvSpPr>
        <p:spPr>
          <a:xfrm>
            <a:off x="7379284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654F2423-8DEA-55CB-BBB6-984CEC381213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BAA2F310-A8F0-5F08-A1D6-5DCF65ABF04F}"/>
              </a:ext>
            </a:extLst>
          </p:cNvPr>
          <p:cNvSpPr/>
          <p:nvPr/>
        </p:nvSpPr>
        <p:spPr>
          <a:xfrm flipV="1">
            <a:off x="47014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CB7B0EA8-9E09-5927-6F81-177D690E7A2C}"/>
              </a:ext>
            </a:extLst>
          </p:cNvPr>
          <p:cNvSpPr/>
          <p:nvPr/>
        </p:nvSpPr>
        <p:spPr>
          <a:xfrm flipV="1">
            <a:off x="7369052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26800E7-5D12-5F10-87A9-F155034163F0}"/>
              </a:ext>
            </a:extLst>
          </p:cNvPr>
          <p:cNvGrpSpPr/>
          <p:nvPr/>
        </p:nvGrpSpPr>
        <p:grpSpPr>
          <a:xfrm>
            <a:off x="2691811" y="1268041"/>
            <a:ext cx="1698556" cy="878123"/>
            <a:chOff x="3910076" y="557801"/>
            <a:chExt cx="1831171" cy="139355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28CF04FD-51FA-3B60-97B5-D5286A0C37AD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2439C63A-4164-88DE-D347-E283FA5DEC70}"/>
                </a:ext>
              </a:extLst>
            </p:cNvPr>
            <p:cNvSpPr txBox="1"/>
            <p:nvPr/>
          </p:nvSpPr>
          <p:spPr>
            <a:xfrm>
              <a:off x="4062185" y="557801"/>
              <a:ext cx="1551215" cy="139355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Question + 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20C136BA-DDB2-28C3-9494-39F50E465F61}"/>
              </a:ext>
            </a:extLst>
          </p:cNvPr>
          <p:cNvGrpSpPr/>
          <p:nvPr/>
        </p:nvGrpSpPr>
        <p:grpSpPr>
          <a:xfrm>
            <a:off x="50613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0F713AAD-10FE-265A-F3EE-6AE775EE9CFE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56C48AB7-0108-7978-7C9E-8D48A7379A7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8B78B7F2-8ED5-8318-073B-9C8ECDE18430}"/>
              </a:ext>
            </a:extLst>
          </p:cNvPr>
          <p:cNvGrpSpPr/>
          <p:nvPr/>
        </p:nvGrpSpPr>
        <p:grpSpPr>
          <a:xfrm>
            <a:off x="7728909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ABE8B12C-0A06-23D1-54F1-D1C94164E5D4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73C8F9C-C1D1-F76F-3923-96BE91EBF230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0778F8C-A61C-85C0-592C-D5E553CEBBC9}"/>
              </a:ext>
            </a:extLst>
          </p:cNvPr>
          <p:cNvGrpSpPr/>
          <p:nvPr/>
        </p:nvGrpSpPr>
        <p:grpSpPr>
          <a:xfrm>
            <a:off x="7737191" y="534188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307AD3E6-5568-2FDC-FEBF-885394388176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61DC676-0E35-B65A-0E1E-54FC30C0645C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CDD0C28F-520B-43BD-6AED-3BC0A1873FED}"/>
              </a:ext>
            </a:extLst>
          </p:cNvPr>
          <p:cNvGrpSpPr/>
          <p:nvPr/>
        </p:nvGrpSpPr>
        <p:grpSpPr>
          <a:xfrm>
            <a:off x="2839247" y="533804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6454F3CE-FC85-CC63-5203-5EAF09D2B29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95A96B53-C018-0973-90EE-822FAC5D832E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197AAD61-0CE0-FA86-BF12-FDEED3E855CD}"/>
              </a:ext>
            </a:extLst>
          </p:cNvPr>
          <p:cNvSpPr/>
          <p:nvPr/>
        </p:nvSpPr>
        <p:spPr>
          <a:xfrm>
            <a:off x="6451939" y="580222"/>
            <a:ext cx="833437" cy="575478"/>
          </a:xfrm>
          <a:prstGeom prst="flowChartDocumen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693F50B5-17DC-0B1D-D8F9-35AD231571E3}"/>
              </a:ext>
            </a:extLst>
          </p:cNvPr>
          <p:cNvCxnSpPr>
            <a:cxnSpLocks/>
          </p:cNvCxnSpPr>
          <p:nvPr/>
        </p:nvCxnSpPr>
        <p:spPr>
          <a:xfrm>
            <a:off x="6868658" y="1301750"/>
            <a:ext cx="0" cy="1641560"/>
          </a:xfrm>
          <a:prstGeom prst="straightConnector1">
            <a:avLst/>
          </a:pr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20D4CB6-DCF4-3FD3-B3A7-6D3BDCCFE819}"/>
              </a:ext>
            </a:extLst>
          </p:cNvPr>
          <p:cNvGrpSpPr/>
          <p:nvPr/>
        </p:nvGrpSpPr>
        <p:grpSpPr>
          <a:xfrm>
            <a:off x="3826539" y="3215618"/>
            <a:ext cx="741627" cy="35416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雲 19">
              <a:extLst>
                <a:ext uri="{FF2B5EF4-FFF2-40B4-BE49-F238E27FC236}">
                  <a16:creationId xmlns:a16="http://schemas.microsoft.com/office/drawing/2014/main" id="{F9FA039F-66D0-6928-75F7-EFFDDDB4147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B198A8A-AA3E-5F96-7CE5-CCAFCB437BD3}"/>
                </a:ext>
              </a:extLst>
            </p:cNvPr>
            <p:cNvSpPr txBox="1"/>
            <p:nvPr/>
          </p:nvSpPr>
          <p:spPr>
            <a:xfrm>
              <a:off x="4062185" y="1034783"/>
              <a:ext cx="1551215" cy="4395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i18n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AB7AF029-7885-DF13-8AEE-E9B79E2C3107}"/>
              </a:ext>
            </a:extLst>
          </p:cNvPr>
          <p:cNvGrpSpPr/>
          <p:nvPr/>
        </p:nvGrpSpPr>
        <p:grpSpPr>
          <a:xfrm>
            <a:off x="5707278" y="2889983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8" name="雲 19">
              <a:extLst>
                <a:ext uri="{FF2B5EF4-FFF2-40B4-BE49-F238E27FC236}">
                  <a16:creationId xmlns:a16="http://schemas.microsoft.com/office/drawing/2014/main" id="{B4072D92-AA5D-C729-2BEF-593023813441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2C650A69-FAE4-1208-47E5-FF0F8E05EA00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46" name="楕円 45">
            <a:extLst>
              <a:ext uri="{FF2B5EF4-FFF2-40B4-BE49-F238E27FC236}">
                <a16:creationId xmlns:a16="http://schemas.microsoft.com/office/drawing/2014/main" id="{9E4331E8-965C-64E4-C7B2-62E1BD2F84C8}"/>
              </a:ext>
            </a:extLst>
          </p:cNvPr>
          <p:cNvSpPr/>
          <p:nvPr/>
        </p:nvSpPr>
        <p:spPr>
          <a:xfrm>
            <a:off x="2839430" y="12184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85BB8C2E-DB77-45DE-B157-DB843105F768}"/>
              </a:ext>
            </a:extLst>
          </p:cNvPr>
          <p:cNvSpPr/>
          <p:nvPr/>
        </p:nvSpPr>
        <p:spPr>
          <a:xfrm>
            <a:off x="3842676" y="3106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F3061EA3-EAD8-AF36-163A-2A2BC5985FA0}"/>
              </a:ext>
            </a:extLst>
          </p:cNvPr>
          <p:cNvSpPr/>
          <p:nvPr/>
        </p:nvSpPr>
        <p:spPr>
          <a:xfrm>
            <a:off x="5224991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03543DAA-FF50-FCBC-DE8D-F1A09DA83B62}"/>
              </a:ext>
            </a:extLst>
          </p:cNvPr>
          <p:cNvSpPr/>
          <p:nvPr/>
        </p:nvSpPr>
        <p:spPr>
          <a:xfrm>
            <a:off x="5956911" y="277276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7150F4C2-7E3A-331E-113A-CF3EF04C8965}"/>
              </a:ext>
            </a:extLst>
          </p:cNvPr>
          <p:cNvSpPr/>
          <p:nvPr/>
        </p:nvSpPr>
        <p:spPr>
          <a:xfrm>
            <a:off x="7880192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687FD3D8-B5A4-C4EC-1E13-0C7BFACAF680}"/>
              </a:ext>
            </a:extLst>
          </p:cNvPr>
          <p:cNvGrpSpPr/>
          <p:nvPr/>
        </p:nvGrpSpPr>
        <p:grpSpPr>
          <a:xfrm>
            <a:off x="4519860" y="37976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2" name="雲 19">
              <a:extLst>
                <a:ext uri="{FF2B5EF4-FFF2-40B4-BE49-F238E27FC236}">
                  <a16:creationId xmlns:a16="http://schemas.microsoft.com/office/drawing/2014/main" id="{AB1EDEC0-16DC-B53C-2E2A-82C4D87C793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B3DD2058-B9E1-9FF4-2D50-905DF8161A0F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54" name="楕円 53">
            <a:extLst>
              <a:ext uri="{FF2B5EF4-FFF2-40B4-BE49-F238E27FC236}">
                <a16:creationId xmlns:a16="http://schemas.microsoft.com/office/drawing/2014/main" id="{AB49726D-6FD8-97E4-ED25-E6F4B6ECD07F}"/>
              </a:ext>
            </a:extLst>
          </p:cNvPr>
          <p:cNvSpPr/>
          <p:nvPr/>
        </p:nvSpPr>
        <p:spPr>
          <a:xfrm>
            <a:off x="7898006" y="519500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30864DA7-7800-CE24-AC15-C3B40405301C}"/>
              </a:ext>
            </a:extLst>
          </p:cNvPr>
          <p:cNvSpPr/>
          <p:nvPr/>
        </p:nvSpPr>
        <p:spPr>
          <a:xfrm>
            <a:off x="5092426" y="3706887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FD07AC42-00C6-5B22-53F5-4A55D01F29B1}"/>
              </a:ext>
            </a:extLst>
          </p:cNvPr>
          <p:cNvSpPr/>
          <p:nvPr/>
        </p:nvSpPr>
        <p:spPr>
          <a:xfrm>
            <a:off x="3011618" y="520267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4945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59942-AD58-A1DC-E883-636924E57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E7EDABC3-72BD-878F-3640-D257E18AD7F8}"/>
              </a:ext>
            </a:extLst>
          </p:cNvPr>
          <p:cNvSpPr/>
          <p:nvPr/>
        </p:nvSpPr>
        <p:spPr>
          <a:xfrm>
            <a:off x="2162169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8DC78E42-6018-FBD8-AD56-A558E6F7E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46B2BC5-F608-2ABA-EE02-8B97D8012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49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0C62BFB-3D92-E01D-B171-9F06F23B9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690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5B3469D6-E8C5-D6F2-E69F-F0EF1A1567CD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508B1731-2DA2-9593-AC28-88B79DB74358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3EBD4B6E-68DC-15DE-C119-246DFD1E07D5}"/>
              </a:ext>
            </a:extLst>
          </p:cNvPr>
          <p:cNvSpPr/>
          <p:nvPr/>
        </p:nvSpPr>
        <p:spPr>
          <a:xfrm>
            <a:off x="7379284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0360F09E-DFB9-56A5-8FAA-DD46F7B1FE1C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2F30E5A1-F71A-6A1E-491B-C521783D51EB}"/>
              </a:ext>
            </a:extLst>
          </p:cNvPr>
          <p:cNvSpPr/>
          <p:nvPr/>
        </p:nvSpPr>
        <p:spPr>
          <a:xfrm rot="287445" flipV="1">
            <a:off x="4634291" y="4400820"/>
            <a:ext cx="1975503" cy="666558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661D5A81-8479-BFAE-0705-3E1E75826A04}"/>
              </a:ext>
            </a:extLst>
          </p:cNvPr>
          <p:cNvSpPr/>
          <p:nvPr/>
        </p:nvSpPr>
        <p:spPr>
          <a:xfrm flipV="1">
            <a:off x="7369052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8325D8B8-D60A-CEE6-0A95-5B1376D3EA1B}"/>
              </a:ext>
            </a:extLst>
          </p:cNvPr>
          <p:cNvGrpSpPr/>
          <p:nvPr/>
        </p:nvGrpSpPr>
        <p:grpSpPr>
          <a:xfrm>
            <a:off x="2526711" y="1268041"/>
            <a:ext cx="1698556" cy="878123"/>
            <a:chOff x="3910076" y="557801"/>
            <a:chExt cx="1831171" cy="139355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24CF72A2-1C60-E251-ECF4-9CCF296777F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1CFA3B3-C77A-6836-CF08-6930FE7ADC5D}"/>
                </a:ext>
              </a:extLst>
            </p:cNvPr>
            <p:cNvSpPr txBox="1"/>
            <p:nvPr/>
          </p:nvSpPr>
          <p:spPr>
            <a:xfrm>
              <a:off x="4062185" y="557801"/>
              <a:ext cx="1551215" cy="1393553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Question + 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DAF2C8BD-D536-D94E-00B0-978704BF6804}"/>
              </a:ext>
            </a:extLst>
          </p:cNvPr>
          <p:cNvGrpSpPr/>
          <p:nvPr/>
        </p:nvGrpSpPr>
        <p:grpSpPr>
          <a:xfrm>
            <a:off x="48962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74F0B7C5-72B1-304C-00C3-A726816E0C4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6474820D-9195-2138-32EB-18170BADBD2C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8C766AA-12A6-5A70-1D8C-8137381149C7}"/>
              </a:ext>
            </a:extLst>
          </p:cNvPr>
          <p:cNvGrpSpPr/>
          <p:nvPr/>
        </p:nvGrpSpPr>
        <p:grpSpPr>
          <a:xfrm>
            <a:off x="7563809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81B98759-C5E4-7014-129C-689B3E8FB1DB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A1617219-AEF0-2D72-9EC1-E52F443CB018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55D7A93A-EECA-6E9E-1CB3-EF8A0F1A4091}"/>
              </a:ext>
            </a:extLst>
          </p:cNvPr>
          <p:cNvGrpSpPr/>
          <p:nvPr/>
        </p:nvGrpSpPr>
        <p:grpSpPr>
          <a:xfrm>
            <a:off x="7991191" y="525933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92E10721-3AFF-E253-096F-9F36736C5EE3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BFEA0020-1908-1697-2AF9-4B3185E4541B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AB065BA9-1B4F-EEA5-B1BE-E47A5BE58AA0}"/>
              </a:ext>
            </a:extLst>
          </p:cNvPr>
          <p:cNvGrpSpPr/>
          <p:nvPr/>
        </p:nvGrpSpPr>
        <p:grpSpPr>
          <a:xfrm>
            <a:off x="3093247" y="525549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5666E3B9-9185-76E6-ED79-D80FBB78C50F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869A369-B169-C7B4-2E45-27FF7E1F79B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F9BC953C-4EBB-4F76-3FB0-38BE3DB00B2C}"/>
              </a:ext>
            </a:extLst>
          </p:cNvPr>
          <p:cNvSpPr/>
          <p:nvPr/>
        </p:nvSpPr>
        <p:spPr>
          <a:xfrm>
            <a:off x="6046407" y="794088"/>
            <a:ext cx="833437" cy="575478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solidFill>
                <a:schemeClr val="tx1"/>
              </a:solidFill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283FC8E-7459-0973-E31E-BFA02F537ED6}"/>
              </a:ext>
            </a:extLst>
          </p:cNvPr>
          <p:cNvGrpSpPr/>
          <p:nvPr/>
        </p:nvGrpSpPr>
        <p:grpSpPr>
          <a:xfrm>
            <a:off x="3826539" y="3215618"/>
            <a:ext cx="741627" cy="35416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雲 19">
              <a:extLst>
                <a:ext uri="{FF2B5EF4-FFF2-40B4-BE49-F238E27FC236}">
                  <a16:creationId xmlns:a16="http://schemas.microsoft.com/office/drawing/2014/main" id="{BDED302B-8296-D201-3D3F-D4FBCE2162D8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6C51320-B550-A11E-41BD-6E88A4A41BCE}"/>
                </a:ext>
              </a:extLst>
            </p:cNvPr>
            <p:cNvSpPr txBox="1"/>
            <p:nvPr/>
          </p:nvSpPr>
          <p:spPr>
            <a:xfrm>
              <a:off x="4062185" y="1034783"/>
              <a:ext cx="1551215" cy="4395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i18n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C064E3D2-47D7-DD32-316C-789C127CC392}"/>
              </a:ext>
            </a:extLst>
          </p:cNvPr>
          <p:cNvGrpSpPr/>
          <p:nvPr/>
        </p:nvGrpSpPr>
        <p:grpSpPr>
          <a:xfrm>
            <a:off x="5676376" y="28595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8" name="雲 19">
              <a:extLst>
                <a:ext uri="{FF2B5EF4-FFF2-40B4-BE49-F238E27FC236}">
                  <a16:creationId xmlns:a16="http://schemas.microsoft.com/office/drawing/2014/main" id="{D85343E2-9599-3112-15F6-A160C3FFB1BD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8C249EEB-F1A4-5BD7-F05E-897B18809129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46" name="楕円 45">
            <a:extLst>
              <a:ext uri="{FF2B5EF4-FFF2-40B4-BE49-F238E27FC236}">
                <a16:creationId xmlns:a16="http://schemas.microsoft.com/office/drawing/2014/main" id="{F525A722-3C98-8EE9-8375-67E17F6BA83C}"/>
              </a:ext>
            </a:extLst>
          </p:cNvPr>
          <p:cNvSpPr/>
          <p:nvPr/>
        </p:nvSpPr>
        <p:spPr>
          <a:xfrm>
            <a:off x="2674330" y="1218435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楕円 46">
            <a:extLst>
              <a:ext uri="{FF2B5EF4-FFF2-40B4-BE49-F238E27FC236}">
                <a16:creationId xmlns:a16="http://schemas.microsoft.com/office/drawing/2014/main" id="{620C165A-FDB5-89EC-1501-DABF2B8DC76E}"/>
              </a:ext>
            </a:extLst>
          </p:cNvPr>
          <p:cNvSpPr/>
          <p:nvPr/>
        </p:nvSpPr>
        <p:spPr>
          <a:xfrm>
            <a:off x="3842676" y="3106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0A619232-B308-AAE2-E157-D0A779FE0D40}"/>
              </a:ext>
            </a:extLst>
          </p:cNvPr>
          <p:cNvSpPr/>
          <p:nvPr/>
        </p:nvSpPr>
        <p:spPr>
          <a:xfrm>
            <a:off x="5059891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FAA2EB40-5725-5C97-006F-529A689AC7F2}"/>
              </a:ext>
            </a:extLst>
          </p:cNvPr>
          <p:cNvSpPr/>
          <p:nvPr/>
        </p:nvSpPr>
        <p:spPr>
          <a:xfrm>
            <a:off x="5926009" y="2742282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2497E7C0-CA20-2B5B-28DC-698D6D86A04E}"/>
              </a:ext>
            </a:extLst>
          </p:cNvPr>
          <p:cNvSpPr/>
          <p:nvPr/>
        </p:nvSpPr>
        <p:spPr>
          <a:xfrm>
            <a:off x="7715092" y="1301750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6F09F7A2-7DB7-44C3-1FC1-01B7AA04C5E4}"/>
              </a:ext>
            </a:extLst>
          </p:cNvPr>
          <p:cNvGrpSpPr/>
          <p:nvPr/>
        </p:nvGrpSpPr>
        <p:grpSpPr>
          <a:xfrm>
            <a:off x="4519860" y="3797605"/>
            <a:ext cx="902870" cy="431168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2" name="雲 19">
              <a:extLst>
                <a:ext uri="{FF2B5EF4-FFF2-40B4-BE49-F238E27FC236}">
                  <a16:creationId xmlns:a16="http://schemas.microsoft.com/office/drawing/2014/main" id="{3315459E-8A41-CC55-4F99-B09F1ABF11B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D66226F9-5C30-31F1-A0AF-1DA02C7F3D9B}"/>
                </a:ext>
              </a:extLst>
            </p:cNvPr>
            <p:cNvSpPr txBox="1"/>
            <p:nvPr/>
          </p:nvSpPr>
          <p:spPr>
            <a:xfrm>
              <a:off x="4062185" y="955959"/>
              <a:ext cx="1551215" cy="59723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ja-JP" sz="1200" b="1">
                  <a:latin typeface="Calibri" panose="020F0502020204030204" pitchFamily="34" charset="0"/>
                  <a:ea typeface="メイリオ" panose="020B0604030504040204" pitchFamily="50" charset="-128"/>
                  <a:cs typeface="Calibri" panose="020F0502020204030204" pitchFamily="34" charset="0"/>
                </a:rPr>
                <a:t>compose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54" name="楕円 53">
            <a:extLst>
              <a:ext uri="{FF2B5EF4-FFF2-40B4-BE49-F238E27FC236}">
                <a16:creationId xmlns:a16="http://schemas.microsoft.com/office/drawing/2014/main" id="{7AE94F3B-1467-FCA1-7A6F-5B572B415B2B}"/>
              </a:ext>
            </a:extLst>
          </p:cNvPr>
          <p:cNvSpPr/>
          <p:nvPr/>
        </p:nvSpPr>
        <p:spPr>
          <a:xfrm>
            <a:off x="8152006" y="511245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4B174B8D-2C39-9EC0-1CFB-EF006632F028}"/>
              </a:ext>
            </a:extLst>
          </p:cNvPr>
          <p:cNvSpPr/>
          <p:nvPr/>
        </p:nvSpPr>
        <p:spPr>
          <a:xfrm>
            <a:off x="5092426" y="3706887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楕円 55">
            <a:extLst>
              <a:ext uri="{FF2B5EF4-FFF2-40B4-BE49-F238E27FC236}">
                <a16:creationId xmlns:a16="http://schemas.microsoft.com/office/drawing/2014/main" id="{D0D453C4-5909-7B4E-B460-A0ECAE55E8E1}"/>
              </a:ext>
            </a:extLst>
          </p:cNvPr>
          <p:cNvSpPr/>
          <p:nvPr/>
        </p:nvSpPr>
        <p:spPr>
          <a:xfrm>
            <a:off x="3265618" y="5120123"/>
            <a:ext cx="196703" cy="196703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endParaRPr kumimoji="1" lang="ja-JP" altLang="en-US" sz="12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フリーフォーム: 図形 26">
            <a:extLst>
              <a:ext uri="{FF2B5EF4-FFF2-40B4-BE49-F238E27FC236}">
                <a16:creationId xmlns:a16="http://schemas.microsoft.com/office/drawing/2014/main" id="{17C48644-96D1-C01B-FFEF-B8C1CFDB8835}"/>
              </a:ext>
            </a:extLst>
          </p:cNvPr>
          <p:cNvSpPr/>
          <p:nvPr/>
        </p:nvSpPr>
        <p:spPr>
          <a:xfrm>
            <a:off x="6463126" y="1336165"/>
            <a:ext cx="369580" cy="1597535"/>
          </a:xfrm>
          <a:custGeom>
            <a:avLst/>
            <a:gdLst>
              <a:gd name="csX0" fmla="*/ 0 w 273050"/>
              <a:gd name="csY0" fmla="*/ 0 h 1631950"/>
              <a:gd name="csX1" fmla="*/ 209550 w 273050"/>
              <a:gd name="csY1" fmla="*/ 831850 h 1631950"/>
              <a:gd name="csX2" fmla="*/ 273050 w 273050"/>
              <a:gd name="csY2" fmla="*/ 1631950 h 1631950"/>
              <a:gd name="csX0" fmla="*/ 0 w 273050"/>
              <a:gd name="csY0" fmla="*/ 0 h 1631950"/>
              <a:gd name="csX1" fmla="*/ 209550 w 273050"/>
              <a:gd name="csY1" fmla="*/ 831850 h 1631950"/>
              <a:gd name="csX2" fmla="*/ 273050 w 273050"/>
              <a:gd name="csY2" fmla="*/ 1631950 h 1631950"/>
              <a:gd name="csX0" fmla="*/ 0 w 273050"/>
              <a:gd name="csY0" fmla="*/ 0 h 1631950"/>
              <a:gd name="csX1" fmla="*/ 228600 w 273050"/>
              <a:gd name="csY1" fmla="*/ 812800 h 1631950"/>
              <a:gd name="csX2" fmla="*/ 273050 w 273050"/>
              <a:gd name="csY2" fmla="*/ 1631950 h 1631950"/>
              <a:gd name="csX0" fmla="*/ 0 w 273128"/>
              <a:gd name="csY0" fmla="*/ 0 h 1631950"/>
              <a:gd name="csX1" fmla="*/ 228600 w 273128"/>
              <a:gd name="csY1" fmla="*/ 812800 h 1631950"/>
              <a:gd name="csX2" fmla="*/ 273050 w 273128"/>
              <a:gd name="csY2" fmla="*/ 1631950 h 163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3128" h="1631950">
                <a:moveTo>
                  <a:pt x="0" y="0"/>
                </a:moveTo>
                <a:cubicBezTo>
                  <a:pt x="113771" y="292629"/>
                  <a:pt x="183092" y="540808"/>
                  <a:pt x="228600" y="812800"/>
                </a:cubicBezTo>
                <a:cubicBezTo>
                  <a:pt x="274108" y="1084792"/>
                  <a:pt x="273439" y="1367897"/>
                  <a:pt x="273050" y="1631950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7745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102</Words>
  <Application>Microsoft Office PowerPoint</Application>
  <PresentationFormat>ワイド画面</PresentationFormat>
  <Paragraphs>60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6</cp:revision>
  <dcterms:created xsi:type="dcterms:W3CDTF">2026-05-06T07:24:58Z</dcterms:created>
  <dcterms:modified xsi:type="dcterms:W3CDTF">2026-05-07T01:41:27Z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2026-05-06T07:25:25Z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cd9c6bc1-f31d-470f-9072-735bb173470f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