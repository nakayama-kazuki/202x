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0" d="100"/>
          <a:sy n="150" d="100"/>
        </p:scale>
        <p:origin x="654" y="1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1015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802325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グラフィックス 2">
            <a:extLst>
              <a:ext uri="{FF2B5EF4-FFF2-40B4-BE49-F238E27FC236}">
                <a16:creationId xmlns:a16="http://schemas.microsoft.com/office/drawing/2014/main" id="{175AA705-74BB-38DD-A905-1863906C4A62}"/>
              </a:ext>
            </a:extLst>
          </p:cNvPr>
          <p:cNvSpPr/>
          <p:nvPr/>
        </p:nvSpPr>
        <p:spPr>
          <a:xfrm>
            <a:off x="970932" y="2338908"/>
            <a:ext cx="496662" cy="1167565"/>
          </a:xfrm>
          <a:custGeom>
            <a:avLst/>
            <a:gdLst>
              <a:gd name="connsiteX0" fmla="*/ 321939 w 1054395"/>
              <a:gd name="connsiteY0" fmla="*/ 2456442 h 2478698"/>
              <a:gd name="connsiteX1" fmla="*/ 252400 w 1054395"/>
              <a:gd name="connsiteY1" fmla="*/ 1587617 h 2478698"/>
              <a:gd name="connsiteX2" fmla="*/ 240089 w 1054395"/>
              <a:gd name="connsiteY2" fmla="*/ 801923 h 2478698"/>
              <a:gd name="connsiteX3" fmla="*/ 179098 w 1054395"/>
              <a:gd name="connsiteY3" fmla="*/ 1222975 h 2478698"/>
              <a:gd name="connsiteX4" fmla="*/ 95544 w 1054395"/>
              <a:gd name="connsiteY4" fmla="*/ 1521713 h 2478698"/>
              <a:gd name="connsiteX5" fmla="*/ 154632 w 1054395"/>
              <a:gd name="connsiteY5" fmla="*/ 615727 h 2478698"/>
              <a:gd name="connsiteX6" fmla="*/ 919062 w 1054395"/>
              <a:gd name="connsiteY6" fmla="*/ 636486 h 2478698"/>
              <a:gd name="connsiteX7" fmla="*/ 964337 w 1054395"/>
              <a:gd name="connsiteY7" fmla="*/ 1521713 h 2478698"/>
              <a:gd name="connsiteX8" fmla="*/ 875483 w 1054395"/>
              <a:gd name="connsiteY8" fmla="*/ 1228255 h 2478698"/>
              <a:gd name="connsiteX9" fmla="*/ 821434 w 1054395"/>
              <a:gd name="connsiteY9" fmla="*/ 807764 h 2478698"/>
              <a:gd name="connsiteX10" fmla="*/ 810578 w 1054395"/>
              <a:gd name="connsiteY10" fmla="*/ 1593965 h 2478698"/>
              <a:gd name="connsiteX11" fmla="*/ 797213 w 1054395"/>
              <a:gd name="connsiteY11" fmla="*/ 2405128 h 2478698"/>
              <a:gd name="connsiteX12" fmla="*/ 625512 w 1054395"/>
              <a:gd name="connsiteY12" fmla="*/ 2455416 h 2478698"/>
              <a:gd name="connsiteX13" fmla="*/ 550960 w 1054395"/>
              <a:gd name="connsiteY13" fmla="*/ 1891669 h 2478698"/>
              <a:gd name="connsiteX14" fmla="*/ 502130 w 1054395"/>
              <a:gd name="connsiteY14" fmla="*/ 1900859 h 2478698"/>
              <a:gd name="connsiteX15" fmla="*/ 321939 w 1054395"/>
              <a:gd name="connsiteY15" fmla="*/ 2456442 h 2478698"/>
              <a:gd name="connsiteX16" fmla="*/ 440511 w 1054395"/>
              <a:gd name="connsiteY16" fmla="*/ 446051 h 2478698"/>
              <a:gd name="connsiteX17" fmla="*/ 297479 w 1054395"/>
              <a:gd name="connsiteY17" fmla="*/ 187926 h 2478698"/>
              <a:gd name="connsiteX18" fmla="*/ 743836 w 1054395"/>
              <a:gd name="connsiteY18" fmla="*/ 144430 h 2478698"/>
              <a:gd name="connsiteX19" fmla="*/ 440511 w 1054395"/>
              <a:gd name="connsiteY19" fmla="*/ 446051 h 24786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54395" h="2478698">
                <a:moveTo>
                  <a:pt x="321939" y="2456442"/>
                </a:moveTo>
                <a:cubicBezTo>
                  <a:pt x="250372" y="2427572"/>
                  <a:pt x="252400" y="2452898"/>
                  <a:pt x="252400" y="1587617"/>
                </a:cubicBezTo>
                <a:cubicBezTo>
                  <a:pt x="252400" y="1084515"/>
                  <a:pt x="247850" y="794148"/>
                  <a:pt x="240089" y="801923"/>
                </a:cubicBezTo>
                <a:cubicBezTo>
                  <a:pt x="205545" y="836523"/>
                  <a:pt x="185010" y="978291"/>
                  <a:pt x="179098" y="1222975"/>
                </a:cubicBezTo>
                <a:cubicBezTo>
                  <a:pt x="172405" y="1499957"/>
                  <a:pt x="166321" y="1521713"/>
                  <a:pt x="95544" y="1521713"/>
                </a:cubicBezTo>
                <a:cubicBezTo>
                  <a:pt x="-60525" y="1521713"/>
                  <a:pt x="-14491" y="815878"/>
                  <a:pt x="154632" y="615727"/>
                </a:cubicBezTo>
                <a:cubicBezTo>
                  <a:pt x="283670" y="463015"/>
                  <a:pt x="802056" y="477094"/>
                  <a:pt x="919062" y="636486"/>
                </a:cubicBezTo>
                <a:cubicBezTo>
                  <a:pt x="1071964" y="844782"/>
                  <a:pt x="1106587" y="1521713"/>
                  <a:pt x="964337" y="1521713"/>
                </a:cubicBezTo>
                <a:cubicBezTo>
                  <a:pt x="883148" y="1521713"/>
                  <a:pt x="875483" y="1496401"/>
                  <a:pt x="875483" y="1228255"/>
                </a:cubicBezTo>
                <a:cubicBezTo>
                  <a:pt x="875483" y="992006"/>
                  <a:pt x="851800" y="807764"/>
                  <a:pt x="821434" y="807764"/>
                </a:cubicBezTo>
                <a:cubicBezTo>
                  <a:pt x="815463" y="807764"/>
                  <a:pt x="810578" y="1161553"/>
                  <a:pt x="810578" y="1593965"/>
                </a:cubicBezTo>
                <a:cubicBezTo>
                  <a:pt x="810578" y="2108359"/>
                  <a:pt x="805957" y="2388798"/>
                  <a:pt x="797213" y="2405128"/>
                </a:cubicBezTo>
                <a:cubicBezTo>
                  <a:pt x="769135" y="2457597"/>
                  <a:pt x="684621" y="2482352"/>
                  <a:pt x="625512" y="2455416"/>
                </a:cubicBezTo>
                <a:cubicBezTo>
                  <a:pt x="558506" y="2424885"/>
                  <a:pt x="557918" y="2420433"/>
                  <a:pt x="550960" y="1891669"/>
                </a:cubicBezTo>
                <a:cubicBezTo>
                  <a:pt x="541239" y="1152834"/>
                  <a:pt x="507145" y="1159252"/>
                  <a:pt x="502130" y="1900859"/>
                </a:cubicBezTo>
                <a:cubicBezTo>
                  <a:pt x="498254" y="2474161"/>
                  <a:pt x="482928" y="2521411"/>
                  <a:pt x="321939" y="2456442"/>
                </a:cubicBezTo>
                <a:close/>
                <a:moveTo>
                  <a:pt x="440511" y="446051"/>
                </a:moveTo>
                <a:cubicBezTo>
                  <a:pt x="334212" y="397761"/>
                  <a:pt x="277537" y="295482"/>
                  <a:pt x="297479" y="187926"/>
                </a:cubicBezTo>
                <a:cubicBezTo>
                  <a:pt x="339285" y="-37565"/>
                  <a:pt x="671831" y="-69970"/>
                  <a:pt x="743836" y="144430"/>
                </a:cubicBezTo>
                <a:cubicBezTo>
                  <a:pt x="812244" y="348121"/>
                  <a:pt x="628072" y="531258"/>
                  <a:pt x="440511" y="446051"/>
                </a:cubicBezTo>
                <a:close/>
              </a:path>
            </a:pathLst>
          </a:custGeom>
          <a:solidFill>
            <a:srgbClr val="000000"/>
          </a:solidFill>
          <a:ln w="12935" cap="flat">
            <a:noFill/>
            <a:prstDash val="solid"/>
            <a:miter/>
          </a:ln>
        </p:spPr>
        <p:txBody>
          <a:bodyPr rtlCol="0" anchor="ctr"/>
          <a:lstStyle/>
          <a:p>
            <a:endParaRPr lang="ja-JP" altLang="en-US"/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71CDA3F4-8575-795F-6D5B-FC3020E4C7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03815" y="2338908"/>
            <a:ext cx="1045875" cy="1167565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BD51E6BB-E07D-ED59-A25B-0F15C8490C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27410" y="2338908"/>
            <a:ext cx="1161547" cy="116756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F85A78A0-C860-1A2D-4005-A8218EF4B4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5911" y="2338909"/>
            <a:ext cx="1305278" cy="116756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551644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57BCF-64DC-F59F-AF37-54EC6580EA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E1B8621A-F04E-50F2-44B6-69342C41BD08}"/>
              </a:ext>
            </a:extLst>
          </p:cNvPr>
          <p:cNvGrpSpPr/>
          <p:nvPr/>
        </p:nvGrpSpPr>
        <p:grpSpPr>
          <a:xfrm>
            <a:off x="2236987" y="2845217"/>
            <a:ext cx="7718025" cy="1167566"/>
            <a:chOff x="970932" y="2338908"/>
            <a:chExt cx="7718025" cy="1167566"/>
          </a:xfrm>
        </p:grpSpPr>
        <p:sp>
          <p:nvSpPr>
            <p:cNvPr id="4" name="グラフィックス 2">
              <a:extLst>
                <a:ext uri="{FF2B5EF4-FFF2-40B4-BE49-F238E27FC236}">
                  <a16:creationId xmlns:a16="http://schemas.microsoft.com/office/drawing/2014/main" id="{5BE7AE3E-4131-C5BD-4AA5-9C12AEA534EA}"/>
                </a:ext>
              </a:extLst>
            </p:cNvPr>
            <p:cNvSpPr/>
            <p:nvPr/>
          </p:nvSpPr>
          <p:spPr>
            <a:xfrm>
              <a:off x="970932" y="2338908"/>
              <a:ext cx="496662" cy="1167565"/>
            </a:xfrm>
            <a:custGeom>
              <a:avLst/>
              <a:gdLst>
                <a:gd name="connsiteX0" fmla="*/ 321939 w 1054395"/>
                <a:gd name="connsiteY0" fmla="*/ 2456442 h 2478698"/>
                <a:gd name="connsiteX1" fmla="*/ 252400 w 1054395"/>
                <a:gd name="connsiteY1" fmla="*/ 1587617 h 2478698"/>
                <a:gd name="connsiteX2" fmla="*/ 240089 w 1054395"/>
                <a:gd name="connsiteY2" fmla="*/ 801923 h 2478698"/>
                <a:gd name="connsiteX3" fmla="*/ 179098 w 1054395"/>
                <a:gd name="connsiteY3" fmla="*/ 1222975 h 2478698"/>
                <a:gd name="connsiteX4" fmla="*/ 95544 w 1054395"/>
                <a:gd name="connsiteY4" fmla="*/ 1521713 h 2478698"/>
                <a:gd name="connsiteX5" fmla="*/ 154632 w 1054395"/>
                <a:gd name="connsiteY5" fmla="*/ 615727 h 2478698"/>
                <a:gd name="connsiteX6" fmla="*/ 919062 w 1054395"/>
                <a:gd name="connsiteY6" fmla="*/ 636486 h 2478698"/>
                <a:gd name="connsiteX7" fmla="*/ 964337 w 1054395"/>
                <a:gd name="connsiteY7" fmla="*/ 1521713 h 2478698"/>
                <a:gd name="connsiteX8" fmla="*/ 875483 w 1054395"/>
                <a:gd name="connsiteY8" fmla="*/ 1228255 h 2478698"/>
                <a:gd name="connsiteX9" fmla="*/ 821434 w 1054395"/>
                <a:gd name="connsiteY9" fmla="*/ 807764 h 2478698"/>
                <a:gd name="connsiteX10" fmla="*/ 810578 w 1054395"/>
                <a:gd name="connsiteY10" fmla="*/ 1593965 h 2478698"/>
                <a:gd name="connsiteX11" fmla="*/ 797213 w 1054395"/>
                <a:gd name="connsiteY11" fmla="*/ 2405128 h 2478698"/>
                <a:gd name="connsiteX12" fmla="*/ 625512 w 1054395"/>
                <a:gd name="connsiteY12" fmla="*/ 2455416 h 2478698"/>
                <a:gd name="connsiteX13" fmla="*/ 550960 w 1054395"/>
                <a:gd name="connsiteY13" fmla="*/ 1891669 h 2478698"/>
                <a:gd name="connsiteX14" fmla="*/ 502130 w 1054395"/>
                <a:gd name="connsiteY14" fmla="*/ 1900859 h 2478698"/>
                <a:gd name="connsiteX15" fmla="*/ 321939 w 1054395"/>
                <a:gd name="connsiteY15" fmla="*/ 2456442 h 2478698"/>
                <a:gd name="connsiteX16" fmla="*/ 440511 w 1054395"/>
                <a:gd name="connsiteY16" fmla="*/ 446051 h 2478698"/>
                <a:gd name="connsiteX17" fmla="*/ 297479 w 1054395"/>
                <a:gd name="connsiteY17" fmla="*/ 187926 h 2478698"/>
                <a:gd name="connsiteX18" fmla="*/ 743836 w 1054395"/>
                <a:gd name="connsiteY18" fmla="*/ 144430 h 2478698"/>
                <a:gd name="connsiteX19" fmla="*/ 440511 w 1054395"/>
                <a:gd name="connsiteY19" fmla="*/ 446051 h 24786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054395" h="2478698">
                  <a:moveTo>
                    <a:pt x="321939" y="2456442"/>
                  </a:moveTo>
                  <a:cubicBezTo>
                    <a:pt x="250372" y="2427572"/>
                    <a:pt x="252400" y="2452898"/>
                    <a:pt x="252400" y="1587617"/>
                  </a:cubicBezTo>
                  <a:cubicBezTo>
                    <a:pt x="252400" y="1084515"/>
                    <a:pt x="247850" y="794148"/>
                    <a:pt x="240089" y="801923"/>
                  </a:cubicBezTo>
                  <a:cubicBezTo>
                    <a:pt x="205545" y="836523"/>
                    <a:pt x="185010" y="978291"/>
                    <a:pt x="179098" y="1222975"/>
                  </a:cubicBezTo>
                  <a:cubicBezTo>
                    <a:pt x="172405" y="1499957"/>
                    <a:pt x="166321" y="1521713"/>
                    <a:pt x="95544" y="1521713"/>
                  </a:cubicBezTo>
                  <a:cubicBezTo>
                    <a:pt x="-60525" y="1521713"/>
                    <a:pt x="-14491" y="815878"/>
                    <a:pt x="154632" y="615727"/>
                  </a:cubicBezTo>
                  <a:cubicBezTo>
                    <a:pt x="283670" y="463015"/>
                    <a:pt x="802056" y="477094"/>
                    <a:pt x="919062" y="636486"/>
                  </a:cubicBezTo>
                  <a:cubicBezTo>
                    <a:pt x="1071964" y="844782"/>
                    <a:pt x="1106587" y="1521713"/>
                    <a:pt x="964337" y="1521713"/>
                  </a:cubicBezTo>
                  <a:cubicBezTo>
                    <a:pt x="883148" y="1521713"/>
                    <a:pt x="875483" y="1496401"/>
                    <a:pt x="875483" y="1228255"/>
                  </a:cubicBezTo>
                  <a:cubicBezTo>
                    <a:pt x="875483" y="992006"/>
                    <a:pt x="851800" y="807764"/>
                    <a:pt x="821434" y="807764"/>
                  </a:cubicBezTo>
                  <a:cubicBezTo>
                    <a:pt x="815463" y="807764"/>
                    <a:pt x="810578" y="1161553"/>
                    <a:pt x="810578" y="1593965"/>
                  </a:cubicBezTo>
                  <a:cubicBezTo>
                    <a:pt x="810578" y="2108359"/>
                    <a:pt x="805957" y="2388798"/>
                    <a:pt x="797213" y="2405128"/>
                  </a:cubicBezTo>
                  <a:cubicBezTo>
                    <a:pt x="769135" y="2457597"/>
                    <a:pt x="684621" y="2482352"/>
                    <a:pt x="625512" y="2455416"/>
                  </a:cubicBezTo>
                  <a:cubicBezTo>
                    <a:pt x="558506" y="2424885"/>
                    <a:pt x="557918" y="2420433"/>
                    <a:pt x="550960" y="1891669"/>
                  </a:cubicBezTo>
                  <a:cubicBezTo>
                    <a:pt x="541239" y="1152834"/>
                    <a:pt x="507145" y="1159252"/>
                    <a:pt x="502130" y="1900859"/>
                  </a:cubicBezTo>
                  <a:cubicBezTo>
                    <a:pt x="498254" y="2474161"/>
                    <a:pt x="482928" y="2521411"/>
                    <a:pt x="321939" y="2456442"/>
                  </a:cubicBezTo>
                  <a:close/>
                  <a:moveTo>
                    <a:pt x="440511" y="446051"/>
                  </a:moveTo>
                  <a:cubicBezTo>
                    <a:pt x="334212" y="397761"/>
                    <a:pt x="277537" y="295482"/>
                    <a:pt x="297479" y="187926"/>
                  </a:cubicBezTo>
                  <a:cubicBezTo>
                    <a:pt x="339285" y="-37565"/>
                    <a:pt x="671831" y="-69970"/>
                    <a:pt x="743836" y="144430"/>
                  </a:cubicBezTo>
                  <a:cubicBezTo>
                    <a:pt x="812244" y="348121"/>
                    <a:pt x="628072" y="531258"/>
                    <a:pt x="440511" y="446051"/>
                  </a:cubicBezTo>
                  <a:close/>
                </a:path>
              </a:pathLst>
            </a:custGeom>
            <a:solidFill>
              <a:srgbClr val="000000"/>
            </a:solidFill>
            <a:ln w="1293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pic>
          <p:nvPicPr>
            <p:cNvPr id="5" name="グラフィックス 4">
              <a:extLst>
                <a:ext uri="{FF2B5EF4-FFF2-40B4-BE49-F238E27FC236}">
                  <a16:creationId xmlns:a16="http://schemas.microsoft.com/office/drawing/2014/main" id="{2694B3F1-2816-FE64-0281-A2F32708FFF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2703815" y="2338908"/>
              <a:ext cx="1045875" cy="1167565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2C2D52CC-07D2-D95D-726B-B2E7B489A6C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27410" y="2338908"/>
              <a:ext cx="1161547" cy="1167565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A454DEBB-A594-5042-9A2B-0B44B47770C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85911" y="2338909"/>
              <a:ext cx="1305278" cy="1167565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F0954401-B57C-3003-B512-6FF7FFC8C26C}"/>
              </a:ext>
            </a:extLst>
          </p:cNvPr>
          <p:cNvSpPr/>
          <p:nvPr/>
        </p:nvSpPr>
        <p:spPr>
          <a:xfrm>
            <a:off x="990600" y="838200"/>
            <a:ext cx="9893300" cy="660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55422C8A-C4F1-0F5C-C9EC-89038D40F385}"/>
              </a:ext>
            </a:extLst>
          </p:cNvPr>
          <p:cNvSpPr/>
          <p:nvPr/>
        </p:nvSpPr>
        <p:spPr>
          <a:xfrm>
            <a:off x="990600" y="5206999"/>
            <a:ext cx="9893300" cy="660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フリーフォーム: 図形 12">
            <a:extLst>
              <a:ext uri="{FF2B5EF4-FFF2-40B4-BE49-F238E27FC236}">
                <a16:creationId xmlns:a16="http://schemas.microsoft.com/office/drawing/2014/main" id="{043FF46A-F463-07D7-B5FC-18E29E3DF2FE}"/>
              </a:ext>
            </a:extLst>
          </p:cNvPr>
          <p:cNvSpPr/>
          <p:nvPr/>
        </p:nvSpPr>
        <p:spPr>
          <a:xfrm>
            <a:off x="2495550" y="1511288"/>
            <a:ext cx="1949450" cy="1174762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oval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フリーフォーム: 図形 13">
            <a:extLst>
              <a:ext uri="{FF2B5EF4-FFF2-40B4-BE49-F238E27FC236}">
                <a16:creationId xmlns:a16="http://schemas.microsoft.com/office/drawing/2014/main" id="{D0E3663E-1E45-102D-D831-0F3EF6F7F87A}"/>
              </a:ext>
            </a:extLst>
          </p:cNvPr>
          <p:cNvSpPr/>
          <p:nvPr/>
        </p:nvSpPr>
        <p:spPr>
          <a:xfrm>
            <a:off x="4711700" y="1504950"/>
            <a:ext cx="1949450" cy="1174762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oval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フリーフォーム: 図形 14">
            <a:extLst>
              <a:ext uri="{FF2B5EF4-FFF2-40B4-BE49-F238E27FC236}">
                <a16:creationId xmlns:a16="http://schemas.microsoft.com/office/drawing/2014/main" id="{57BD9F5C-A1EC-08C5-236B-53F7123ADF6B}"/>
              </a:ext>
            </a:extLst>
          </p:cNvPr>
          <p:cNvSpPr/>
          <p:nvPr/>
        </p:nvSpPr>
        <p:spPr>
          <a:xfrm>
            <a:off x="7086600" y="1504950"/>
            <a:ext cx="1949450" cy="1174762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oval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フリーフォーム: 図形 15">
            <a:extLst>
              <a:ext uri="{FF2B5EF4-FFF2-40B4-BE49-F238E27FC236}">
                <a16:creationId xmlns:a16="http://schemas.microsoft.com/office/drawing/2014/main" id="{B9081A07-E31F-D8A8-4DAC-16451ACE849A}"/>
              </a:ext>
            </a:extLst>
          </p:cNvPr>
          <p:cNvSpPr/>
          <p:nvPr/>
        </p:nvSpPr>
        <p:spPr>
          <a:xfrm flipV="1">
            <a:off x="2485318" y="4102100"/>
            <a:ext cx="1949450" cy="1105181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/>
            <a:tailEnd type="oval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フリーフォーム: 図形 16">
            <a:extLst>
              <a:ext uri="{FF2B5EF4-FFF2-40B4-BE49-F238E27FC236}">
                <a16:creationId xmlns:a16="http://schemas.microsoft.com/office/drawing/2014/main" id="{84E316E6-07B0-B746-F8CF-31B6A40A7F3F}"/>
              </a:ext>
            </a:extLst>
          </p:cNvPr>
          <p:cNvSpPr/>
          <p:nvPr/>
        </p:nvSpPr>
        <p:spPr>
          <a:xfrm flipV="1">
            <a:off x="4701468" y="4108063"/>
            <a:ext cx="1949450" cy="1105181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/>
            <a:tailEnd type="oval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フリーフォーム: 図形 17">
            <a:extLst>
              <a:ext uri="{FF2B5EF4-FFF2-40B4-BE49-F238E27FC236}">
                <a16:creationId xmlns:a16="http://schemas.microsoft.com/office/drawing/2014/main" id="{136DB5D1-AEE1-D0CA-A5E3-6C90E0DECE12}"/>
              </a:ext>
            </a:extLst>
          </p:cNvPr>
          <p:cNvSpPr/>
          <p:nvPr/>
        </p:nvSpPr>
        <p:spPr>
          <a:xfrm flipV="1">
            <a:off x="7076368" y="4108063"/>
            <a:ext cx="1949450" cy="1105181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/>
            <a:tailEnd type="oval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79567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8A4A54-B1F9-5D3B-59C9-98721DCE6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グラフィックス 2">
            <a:extLst>
              <a:ext uri="{FF2B5EF4-FFF2-40B4-BE49-F238E27FC236}">
                <a16:creationId xmlns:a16="http://schemas.microsoft.com/office/drawing/2014/main" id="{14CE7EA3-10A3-7B3A-0E41-C7B39555ED69}"/>
              </a:ext>
            </a:extLst>
          </p:cNvPr>
          <p:cNvSpPr/>
          <p:nvPr/>
        </p:nvSpPr>
        <p:spPr>
          <a:xfrm>
            <a:off x="2198887" y="3105567"/>
            <a:ext cx="496662" cy="1167565"/>
          </a:xfrm>
          <a:custGeom>
            <a:avLst/>
            <a:gdLst>
              <a:gd name="connsiteX0" fmla="*/ 321939 w 1054395"/>
              <a:gd name="connsiteY0" fmla="*/ 2456442 h 2478698"/>
              <a:gd name="connsiteX1" fmla="*/ 252400 w 1054395"/>
              <a:gd name="connsiteY1" fmla="*/ 1587617 h 2478698"/>
              <a:gd name="connsiteX2" fmla="*/ 240089 w 1054395"/>
              <a:gd name="connsiteY2" fmla="*/ 801923 h 2478698"/>
              <a:gd name="connsiteX3" fmla="*/ 179098 w 1054395"/>
              <a:gd name="connsiteY3" fmla="*/ 1222975 h 2478698"/>
              <a:gd name="connsiteX4" fmla="*/ 95544 w 1054395"/>
              <a:gd name="connsiteY4" fmla="*/ 1521713 h 2478698"/>
              <a:gd name="connsiteX5" fmla="*/ 154632 w 1054395"/>
              <a:gd name="connsiteY5" fmla="*/ 615727 h 2478698"/>
              <a:gd name="connsiteX6" fmla="*/ 919062 w 1054395"/>
              <a:gd name="connsiteY6" fmla="*/ 636486 h 2478698"/>
              <a:gd name="connsiteX7" fmla="*/ 964337 w 1054395"/>
              <a:gd name="connsiteY7" fmla="*/ 1521713 h 2478698"/>
              <a:gd name="connsiteX8" fmla="*/ 875483 w 1054395"/>
              <a:gd name="connsiteY8" fmla="*/ 1228255 h 2478698"/>
              <a:gd name="connsiteX9" fmla="*/ 821434 w 1054395"/>
              <a:gd name="connsiteY9" fmla="*/ 807764 h 2478698"/>
              <a:gd name="connsiteX10" fmla="*/ 810578 w 1054395"/>
              <a:gd name="connsiteY10" fmla="*/ 1593965 h 2478698"/>
              <a:gd name="connsiteX11" fmla="*/ 797213 w 1054395"/>
              <a:gd name="connsiteY11" fmla="*/ 2405128 h 2478698"/>
              <a:gd name="connsiteX12" fmla="*/ 625512 w 1054395"/>
              <a:gd name="connsiteY12" fmla="*/ 2455416 h 2478698"/>
              <a:gd name="connsiteX13" fmla="*/ 550960 w 1054395"/>
              <a:gd name="connsiteY13" fmla="*/ 1891669 h 2478698"/>
              <a:gd name="connsiteX14" fmla="*/ 502130 w 1054395"/>
              <a:gd name="connsiteY14" fmla="*/ 1900859 h 2478698"/>
              <a:gd name="connsiteX15" fmla="*/ 321939 w 1054395"/>
              <a:gd name="connsiteY15" fmla="*/ 2456442 h 2478698"/>
              <a:gd name="connsiteX16" fmla="*/ 440511 w 1054395"/>
              <a:gd name="connsiteY16" fmla="*/ 446051 h 2478698"/>
              <a:gd name="connsiteX17" fmla="*/ 297479 w 1054395"/>
              <a:gd name="connsiteY17" fmla="*/ 187926 h 2478698"/>
              <a:gd name="connsiteX18" fmla="*/ 743836 w 1054395"/>
              <a:gd name="connsiteY18" fmla="*/ 144430 h 2478698"/>
              <a:gd name="connsiteX19" fmla="*/ 440511 w 1054395"/>
              <a:gd name="connsiteY19" fmla="*/ 446051 h 24786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054395" h="2478698">
                <a:moveTo>
                  <a:pt x="321939" y="2456442"/>
                </a:moveTo>
                <a:cubicBezTo>
                  <a:pt x="250372" y="2427572"/>
                  <a:pt x="252400" y="2452898"/>
                  <a:pt x="252400" y="1587617"/>
                </a:cubicBezTo>
                <a:cubicBezTo>
                  <a:pt x="252400" y="1084515"/>
                  <a:pt x="247850" y="794148"/>
                  <a:pt x="240089" y="801923"/>
                </a:cubicBezTo>
                <a:cubicBezTo>
                  <a:pt x="205545" y="836523"/>
                  <a:pt x="185010" y="978291"/>
                  <a:pt x="179098" y="1222975"/>
                </a:cubicBezTo>
                <a:cubicBezTo>
                  <a:pt x="172405" y="1499957"/>
                  <a:pt x="166321" y="1521713"/>
                  <a:pt x="95544" y="1521713"/>
                </a:cubicBezTo>
                <a:cubicBezTo>
                  <a:pt x="-60525" y="1521713"/>
                  <a:pt x="-14491" y="815878"/>
                  <a:pt x="154632" y="615727"/>
                </a:cubicBezTo>
                <a:cubicBezTo>
                  <a:pt x="283670" y="463015"/>
                  <a:pt x="802056" y="477094"/>
                  <a:pt x="919062" y="636486"/>
                </a:cubicBezTo>
                <a:cubicBezTo>
                  <a:pt x="1071964" y="844782"/>
                  <a:pt x="1106587" y="1521713"/>
                  <a:pt x="964337" y="1521713"/>
                </a:cubicBezTo>
                <a:cubicBezTo>
                  <a:pt x="883148" y="1521713"/>
                  <a:pt x="875483" y="1496401"/>
                  <a:pt x="875483" y="1228255"/>
                </a:cubicBezTo>
                <a:cubicBezTo>
                  <a:pt x="875483" y="992006"/>
                  <a:pt x="851800" y="807764"/>
                  <a:pt x="821434" y="807764"/>
                </a:cubicBezTo>
                <a:cubicBezTo>
                  <a:pt x="815463" y="807764"/>
                  <a:pt x="810578" y="1161553"/>
                  <a:pt x="810578" y="1593965"/>
                </a:cubicBezTo>
                <a:cubicBezTo>
                  <a:pt x="810578" y="2108359"/>
                  <a:pt x="805957" y="2388798"/>
                  <a:pt x="797213" y="2405128"/>
                </a:cubicBezTo>
                <a:cubicBezTo>
                  <a:pt x="769135" y="2457597"/>
                  <a:pt x="684621" y="2482352"/>
                  <a:pt x="625512" y="2455416"/>
                </a:cubicBezTo>
                <a:cubicBezTo>
                  <a:pt x="558506" y="2424885"/>
                  <a:pt x="557918" y="2420433"/>
                  <a:pt x="550960" y="1891669"/>
                </a:cubicBezTo>
                <a:cubicBezTo>
                  <a:pt x="541239" y="1152834"/>
                  <a:pt x="507145" y="1159252"/>
                  <a:pt x="502130" y="1900859"/>
                </a:cubicBezTo>
                <a:cubicBezTo>
                  <a:pt x="498254" y="2474161"/>
                  <a:pt x="482928" y="2521411"/>
                  <a:pt x="321939" y="2456442"/>
                </a:cubicBezTo>
                <a:close/>
                <a:moveTo>
                  <a:pt x="440511" y="446051"/>
                </a:moveTo>
                <a:cubicBezTo>
                  <a:pt x="334212" y="397761"/>
                  <a:pt x="277537" y="295482"/>
                  <a:pt x="297479" y="187926"/>
                </a:cubicBezTo>
                <a:cubicBezTo>
                  <a:pt x="339285" y="-37565"/>
                  <a:pt x="671831" y="-69970"/>
                  <a:pt x="743836" y="144430"/>
                </a:cubicBezTo>
                <a:cubicBezTo>
                  <a:pt x="812244" y="348121"/>
                  <a:pt x="628072" y="531258"/>
                  <a:pt x="440511" y="446051"/>
                </a:cubicBezTo>
                <a:close/>
              </a:path>
            </a:pathLst>
          </a:custGeom>
          <a:solidFill>
            <a:srgbClr val="000000"/>
          </a:solidFill>
          <a:ln w="12935" cap="flat">
            <a:noFill/>
            <a:prstDash val="solid"/>
            <a:miter/>
          </a:ln>
        </p:spPr>
        <p:txBody>
          <a:bodyPr rtlCol="0" anchor="ctr"/>
          <a:lstStyle/>
          <a:p>
            <a:endParaRPr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グラフィックス 4">
            <a:extLst>
              <a:ext uri="{FF2B5EF4-FFF2-40B4-BE49-F238E27FC236}">
                <a16:creationId xmlns:a16="http://schemas.microsoft.com/office/drawing/2014/main" id="{45C4F5D8-AF50-6170-E5E6-EDB69C2175F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44470" y="3092867"/>
            <a:ext cx="1045875" cy="1167565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73672F79-D853-E0F1-04AC-CE85AC02FC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99815" y="3105567"/>
            <a:ext cx="1161547" cy="116756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4F1B90AB-F542-B9B8-D2A9-EE7DF15AC2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0216" y="3105568"/>
            <a:ext cx="1305278" cy="1167565"/>
          </a:xfrm>
          <a:prstGeom prst="rect">
            <a:avLst/>
          </a:prstGeom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3" name="フリーフォーム: 図形 12">
            <a:extLst>
              <a:ext uri="{FF2B5EF4-FFF2-40B4-BE49-F238E27FC236}">
                <a16:creationId xmlns:a16="http://schemas.microsoft.com/office/drawing/2014/main" id="{04DAE07F-66B9-A23D-0C02-1229AF655CDB}"/>
              </a:ext>
            </a:extLst>
          </p:cNvPr>
          <p:cNvSpPr/>
          <p:nvPr/>
        </p:nvSpPr>
        <p:spPr>
          <a:xfrm>
            <a:off x="2495550" y="1758938"/>
            <a:ext cx="1949450" cy="1174762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oval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" name="フリーフォーム: 図形 13">
            <a:extLst>
              <a:ext uri="{FF2B5EF4-FFF2-40B4-BE49-F238E27FC236}">
                <a16:creationId xmlns:a16="http://schemas.microsoft.com/office/drawing/2014/main" id="{E7970D54-936A-332E-ADAA-1EB21F2E9460}"/>
              </a:ext>
            </a:extLst>
          </p:cNvPr>
          <p:cNvSpPr/>
          <p:nvPr/>
        </p:nvSpPr>
        <p:spPr>
          <a:xfrm>
            <a:off x="4711700" y="1752600"/>
            <a:ext cx="1949450" cy="1174762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oval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" name="フリーフォーム: 図形 14">
            <a:extLst>
              <a:ext uri="{FF2B5EF4-FFF2-40B4-BE49-F238E27FC236}">
                <a16:creationId xmlns:a16="http://schemas.microsoft.com/office/drawing/2014/main" id="{2D18F82A-EFB9-724C-6583-F3D378F9F581}"/>
              </a:ext>
            </a:extLst>
          </p:cNvPr>
          <p:cNvSpPr/>
          <p:nvPr/>
        </p:nvSpPr>
        <p:spPr>
          <a:xfrm>
            <a:off x="7086600" y="1752600"/>
            <a:ext cx="1949450" cy="1174762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oval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6" name="フリーフォーム: 図形 15">
            <a:extLst>
              <a:ext uri="{FF2B5EF4-FFF2-40B4-BE49-F238E27FC236}">
                <a16:creationId xmlns:a16="http://schemas.microsoft.com/office/drawing/2014/main" id="{A3592562-B762-EC32-1635-FA1F92A60C43}"/>
              </a:ext>
            </a:extLst>
          </p:cNvPr>
          <p:cNvSpPr/>
          <p:nvPr/>
        </p:nvSpPr>
        <p:spPr>
          <a:xfrm flipV="1">
            <a:off x="2485318" y="4400550"/>
            <a:ext cx="1949450" cy="1105181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/>
            <a:tailEnd type="oval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フリーフォーム: 図形 16">
            <a:extLst>
              <a:ext uri="{FF2B5EF4-FFF2-40B4-BE49-F238E27FC236}">
                <a16:creationId xmlns:a16="http://schemas.microsoft.com/office/drawing/2014/main" id="{52463CC9-E2B5-AB92-CE49-AE60CB2D7E2D}"/>
              </a:ext>
            </a:extLst>
          </p:cNvPr>
          <p:cNvSpPr/>
          <p:nvPr/>
        </p:nvSpPr>
        <p:spPr>
          <a:xfrm flipV="1">
            <a:off x="4701468" y="4406513"/>
            <a:ext cx="1949450" cy="1105181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/>
            <a:tailEnd type="oval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8" name="フリーフォーム: 図形 17">
            <a:extLst>
              <a:ext uri="{FF2B5EF4-FFF2-40B4-BE49-F238E27FC236}">
                <a16:creationId xmlns:a16="http://schemas.microsoft.com/office/drawing/2014/main" id="{E45684AC-2B91-4B76-F833-252A55067458}"/>
              </a:ext>
            </a:extLst>
          </p:cNvPr>
          <p:cNvSpPr/>
          <p:nvPr/>
        </p:nvSpPr>
        <p:spPr>
          <a:xfrm flipV="1">
            <a:off x="7076368" y="4406513"/>
            <a:ext cx="1949450" cy="1105181"/>
          </a:xfrm>
          <a:custGeom>
            <a:avLst/>
            <a:gdLst>
              <a:gd name="csX0" fmla="*/ 0 w 1949450"/>
              <a:gd name="csY0" fmla="*/ 1155712 h 1174762"/>
              <a:gd name="csX1" fmla="*/ 1003300 w 1949450"/>
              <a:gd name="csY1" fmla="*/ 12 h 1174762"/>
              <a:gd name="csX2" fmla="*/ 1949450 w 1949450"/>
              <a:gd name="csY2" fmla="*/ 1174762 h 117476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949450" h="1174762">
                <a:moveTo>
                  <a:pt x="0" y="1155712"/>
                </a:moveTo>
                <a:cubicBezTo>
                  <a:pt x="339196" y="576274"/>
                  <a:pt x="678392" y="-3163"/>
                  <a:pt x="1003300" y="12"/>
                </a:cubicBezTo>
                <a:cubicBezTo>
                  <a:pt x="1328208" y="3187"/>
                  <a:pt x="1638829" y="588974"/>
                  <a:pt x="1949450" y="1174762"/>
                </a:cubicBezTo>
              </a:path>
            </a:pathLst>
          </a:custGeom>
          <a:noFill/>
          <a:ln w="38100">
            <a:solidFill>
              <a:srgbClr val="FFC000"/>
            </a:solidFill>
            <a:headEnd type="triangle"/>
            <a:tailEnd type="oval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2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7D6631E5-AFDF-B8D5-8972-B76E957BC697}"/>
              </a:ext>
            </a:extLst>
          </p:cNvPr>
          <p:cNvGrpSpPr/>
          <p:nvPr/>
        </p:nvGrpSpPr>
        <p:grpSpPr>
          <a:xfrm>
            <a:off x="2845175" y="1422332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6" name="雲 19">
              <a:extLst>
                <a:ext uri="{FF2B5EF4-FFF2-40B4-BE49-F238E27FC236}">
                  <a16:creationId xmlns:a16="http://schemas.microsoft.com/office/drawing/2014/main" id="{84DA211B-EE66-DF81-8399-134864061819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DA08381E-8976-3A4A-B080-99908B51BC23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Answer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Native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8B5A9482-875B-E6EE-9195-965C47C5F73C}"/>
              </a:ext>
            </a:extLst>
          </p:cNvPr>
          <p:cNvGrpSpPr/>
          <p:nvPr/>
        </p:nvGrpSpPr>
        <p:grpSpPr>
          <a:xfrm>
            <a:off x="5061325" y="1428253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9" name="雲 19">
              <a:extLst>
                <a:ext uri="{FF2B5EF4-FFF2-40B4-BE49-F238E27FC236}">
                  <a16:creationId xmlns:a16="http://schemas.microsoft.com/office/drawing/2014/main" id="{7221AF0A-FFFE-3D0E-4B12-3A718E215C0A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1979B852-E3CA-1871-68B9-7D885786BA20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Answer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EN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145982D0-6544-AB5C-C2B6-C85AAAE049EE}"/>
              </a:ext>
            </a:extLst>
          </p:cNvPr>
          <p:cNvGrpSpPr/>
          <p:nvPr/>
        </p:nvGrpSpPr>
        <p:grpSpPr>
          <a:xfrm>
            <a:off x="7436225" y="1422332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22" name="雲 19">
              <a:extLst>
                <a:ext uri="{FF2B5EF4-FFF2-40B4-BE49-F238E27FC236}">
                  <a16:creationId xmlns:a16="http://schemas.microsoft.com/office/drawing/2014/main" id="{D1152D39-9974-BF5B-540B-4492B260F269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E92F1269-B526-BE1B-29C5-D41F05CED67A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Query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EN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E824C002-C133-3452-C26D-F1AF74D39BEA}"/>
              </a:ext>
            </a:extLst>
          </p:cNvPr>
          <p:cNvGrpSpPr/>
          <p:nvPr/>
        </p:nvGrpSpPr>
        <p:grpSpPr>
          <a:xfrm>
            <a:off x="7444507" y="5341883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25" name="雲 19">
              <a:extLst>
                <a:ext uri="{FF2B5EF4-FFF2-40B4-BE49-F238E27FC236}">
                  <a16:creationId xmlns:a16="http://schemas.microsoft.com/office/drawing/2014/main" id="{F379F518-FA24-CBF2-FB06-4326DBD99521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D6C371DA-7D34-6A5B-5B61-3C7CD243E2B8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Feedback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Native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kumimoji="1"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3675F835-A7E4-8FE8-5483-1207E9982456}"/>
              </a:ext>
            </a:extLst>
          </p:cNvPr>
          <p:cNvGrpSpPr/>
          <p:nvPr/>
        </p:nvGrpSpPr>
        <p:grpSpPr>
          <a:xfrm>
            <a:off x="5061325" y="5334213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28" name="雲 19">
              <a:extLst>
                <a:ext uri="{FF2B5EF4-FFF2-40B4-BE49-F238E27FC236}">
                  <a16:creationId xmlns:a16="http://schemas.microsoft.com/office/drawing/2014/main" id="{5EE41B3F-5F09-38D6-A701-71B87ACAB2F9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3772A06D-7EBD-EEDB-453B-F28B3E88CEF9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Feedback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Native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0845A643-3560-2E7F-2592-34EC54B0AD82}"/>
              </a:ext>
            </a:extLst>
          </p:cNvPr>
          <p:cNvGrpSpPr/>
          <p:nvPr/>
        </p:nvGrpSpPr>
        <p:grpSpPr>
          <a:xfrm>
            <a:off x="2754187" y="5338040"/>
            <a:ext cx="1250200" cy="597036"/>
            <a:chOff x="3910076" y="632919"/>
            <a:chExt cx="1831171" cy="128726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31" name="雲 19">
              <a:extLst>
                <a:ext uri="{FF2B5EF4-FFF2-40B4-BE49-F238E27FC236}">
                  <a16:creationId xmlns:a16="http://schemas.microsoft.com/office/drawing/2014/main" id="{90F5083F-0994-C786-9E10-40143EBD110C}"/>
                </a:ext>
              </a:extLst>
            </p:cNvPr>
            <p:cNvSpPr/>
            <p:nvPr/>
          </p:nvSpPr>
          <p:spPr>
            <a:xfrm rot="559544">
              <a:off x="3910076" y="632919"/>
              <a:ext cx="1831171" cy="1287268"/>
            </a:xfrm>
            <a:custGeom>
              <a:avLst/>
              <a:gdLst>
                <a:gd name="csX0" fmla="*/ 3900 w 43200"/>
                <a:gd name="csY0" fmla="*/ 14370 h 43200"/>
                <a:gd name="csX1" fmla="*/ 5623 w 43200"/>
                <a:gd name="csY1" fmla="*/ 6907 h 43200"/>
                <a:gd name="csX2" fmla="*/ 14005 w 43200"/>
                <a:gd name="csY2" fmla="*/ 5202 h 43200"/>
                <a:gd name="csX3" fmla="*/ 22456 w 43200"/>
                <a:gd name="csY3" fmla="*/ 3432 h 43200"/>
                <a:gd name="csX4" fmla="*/ 25749 w 43200"/>
                <a:gd name="csY4" fmla="*/ 200 h 43200"/>
                <a:gd name="csX5" fmla="*/ 29833 w 43200"/>
                <a:gd name="csY5" fmla="*/ 2481 h 43200"/>
                <a:gd name="csX6" fmla="*/ 35463 w 43200"/>
                <a:gd name="csY6" fmla="*/ 690 h 43200"/>
                <a:gd name="csX7" fmla="*/ 38318 w 43200"/>
                <a:gd name="csY7" fmla="*/ 5576 h 43200"/>
                <a:gd name="csX8" fmla="*/ 41982 w 43200"/>
                <a:gd name="csY8" fmla="*/ 10318 h 43200"/>
                <a:gd name="csX9" fmla="*/ 41818 w 43200"/>
                <a:gd name="csY9" fmla="*/ 15460 h 43200"/>
                <a:gd name="csX10" fmla="*/ 43016 w 43200"/>
                <a:gd name="csY10" fmla="*/ 23322 h 43200"/>
                <a:gd name="csX11" fmla="*/ 37404 w 43200"/>
                <a:gd name="csY11" fmla="*/ 30204 h 43200"/>
                <a:gd name="csX12" fmla="*/ 35395 w 43200"/>
                <a:gd name="csY12" fmla="*/ 36101 h 43200"/>
                <a:gd name="csX13" fmla="*/ 28555 w 43200"/>
                <a:gd name="csY13" fmla="*/ 36815 h 43200"/>
                <a:gd name="csX14" fmla="*/ 23667 w 43200"/>
                <a:gd name="csY14" fmla="*/ 43106 h 43200"/>
                <a:gd name="csX15" fmla="*/ 16480 w 43200"/>
                <a:gd name="csY15" fmla="*/ 39266 h 43200"/>
                <a:gd name="csX16" fmla="*/ 5804 w 43200"/>
                <a:gd name="csY16" fmla="*/ 35472 h 43200"/>
                <a:gd name="csX17" fmla="*/ 1110 w 43200"/>
                <a:gd name="csY17" fmla="*/ 31250 h 43200"/>
                <a:gd name="csX18" fmla="*/ 2113 w 43200"/>
                <a:gd name="csY18" fmla="*/ 25551 h 43200"/>
                <a:gd name="csX19" fmla="*/ -5 w 43200"/>
                <a:gd name="csY19" fmla="*/ 19704 h 43200"/>
                <a:gd name="csX20" fmla="*/ 3863 w 43200"/>
                <a:gd name="csY20" fmla="*/ 14507 h 43200"/>
                <a:gd name="csX21" fmla="*/ 3900 w 43200"/>
                <a:gd name="csY21" fmla="*/ 14370 h 43200"/>
                <a:gd name="csX0" fmla="*/ 4693 w 43200"/>
                <a:gd name="csY0" fmla="*/ 26177 h 43200"/>
                <a:gd name="csX1" fmla="*/ 2160 w 43200"/>
                <a:gd name="csY1" fmla="*/ 25380 h 43200"/>
                <a:gd name="csX2" fmla="*/ 6928 w 43200"/>
                <a:gd name="csY2" fmla="*/ 34899 h 43200"/>
                <a:gd name="csX3" fmla="*/ 5820 w 43200"/>
                <a:gd name="csY3" fmla="*/ 35280 h 43200"/>
                <a:gd name="csX4" fmla="*/ 16478 w 43200"/>
                <a:gd name="csY4" fmla="*/ 39090 h 43200"/>
                <a:gd name="csX5" fmla="*/ 15810 w 43200"/>
                <a:gd name="csY5" fmla="*/ 37350 h 43200"/>
                <a:gd name="csX6" fmla="*/ 28827 w 43200"/>
                <a:gd name="csY6" fmla="*/ 34751 h 43200"/>
                <a:gd name="csX7" fmla="*/ 28560 w 43200"/>
                <a:gd name="csY7" fmla="*/ 36660 h 43200"/>
                <a:gd name="csX8" fmla="*/ 34129 w 43200"/>
                <a:gd name="csY8" fmla="*/ 22954 h 43200"/>
                <a:gd name="csX9" fmla="*/ 37380 w 43200"/>
                <a:gd name="csY9" fmla="*/ 30090 h 43200"/>
                <a:gd name="csX10" fmla="*/ 41798 w 43200"/>
                <a:gd name="csY10" fmla="*/ 15354 h 43200"/>
                <a:gd name="csX11" fmla="*/ 40350 w 43200"/>
                <a:gd name="csY11" fmla="*/ 18030 h 43200"/>
                <a:gd name="csX12" fmla="*/ 38324 w 43200"/>
                <a:gd name="csY12" fmla="*/ 5426 h 43200"/>
                <a:gd name="csX13" fmla="*/ 38400 w 43200"/>
                <a:gd name="csY13" fmla="*/ 6690 h 43200"/>
                <a:gd name="csX14" fmla="*/ 29078 w 43200"/>
                <a:gd name="csY14" fmla="*/ 3952 h 43200"/>
                <a:gd name="csX15" fmla="*/ 29820 w 43200"/>
                <a:gd name="csY15" fmla="*/ 2340 h 43200"/>
                <a:gd name="csX16" fmla="*/ 22141 w 43200"/>
                <a:gd name="csY16" fmla="*/ 4720 h 43200"/>
                <a:gd name="csX17" fmla="*/ 22500 w 43200"/>
                <a:gd name="csY17" fmla="*/ 3330 h 43200"/>
                <a:gd name="csX18" fmla="*/ 14000 w 43200"/>
                <a:gd name="csY18" fmla="*/ 5192 h 43200"/>
                <a:gd name="csX19" fmla="*/ 15300 w 43200"/>
                <a:gd name="csY19" fmla="*/ 6540 h 43200"/>
                <a:gd name="csX20" fmla="*/ 4127 w 43200"/>
                <a:gd name="csY20" fmla="*/ 15789 h 43200"/>
                <a:gd name="csX21" fmla="*/ 3900 w 43200"/>
                <a:gd name="csY21" fmla="*/ 14370 h 43200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5554 w 43256"/>
                <a:gd name="csY8" fmla="*/ 24215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557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36788 w 43256"/>
                <a:gd name="csY8" fmla="*/ 26048 h 43219"/>
                <a:gd name="csX9" fmla="*/ 37416 w 43256"/>
                <a:gd name="csY9" fmla="*/ 29949 h 43219"/>
                <a:gd name="csX10" fmla="*/ 41834 w 43256"/>
                <a:gd name="csY10" fmla="*/ 15213 h 43219"/>
                <a:gd name="csX11" fmla="*/ 40386 w 43256"/>
                <a:gd name="csY11" fmla="*/ 17889 h 43219"/>
                <a:gd name="csX12" fmla="*/ 38360 w 43256"/>
                <a:gd name="csY12" fmla="*/ 5285 h 43219"/>
                <a:gd name="csX13" fmla="*/ 38436 w 43256"/>
                <a:gd name="csY13" fmla="*/ 6549 h 43219"/>
                <a:gd name="csX14" fmla="*/ 29114 w 43256"/>
                <a:gd name="csY14" fmla="*/ 3811 h 43219"/>
                <a:gd name="csX15" fmla="*/ 29856 w 43256"/>
                <a:gd name="csY15" fmla="*/ 2199 h 43219"/>
                <a:gd name="csX16" fmla="*/ 22177 w 43256"/>
                <a:gd name="csY16" fmla="*/ 4579 h 43219"/>
                <a:gd name="csX17" fmla="*/ 22536 w 43256"/>
                <a:gd name="csY17" fmla="*/ 3189 h 43219"/>
                <a:gd name="csX18" fmla="*/ 14036 w 43256"/>
                <a:gd name="csY18" fmla="*/ 5051 h 43219"/>
                <a:gd name="csX19" fmla="*/ 15336 w 43256"/>
                <a:gd name="csY19" fmla="*/ 6399 h 43219"/>
                <a:gd name="csX20" fmla="*/ 4163 w 43256"/>
                <a:gd name="csY20" fmla="*/ 15648 h 43219"/>
                <a:gd name="csX21" fmla="*/ 3936 w 43256"/>
                <a:gd name="csY21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729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196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778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2350 w 43256"/>
                <a:gd name="csY1" fmla="*/ 25670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3219"/>
                <a:gd name="csX1" fmla="*/ 5659 w 43256"/>
                <a:gd name="csY1" fmla="*/ 6766 h 43219"/>
                <a:gd name="csX2" fmla="*/ 14041 w 43256"/>
                <a:gd name="csY2" fmla="*/ 5061 h 43219"/>
                <a:gd name="csX3" fmla="*/ 22492 w 43256"/>
                <a:gd name="csY3" fmla="*/ 3291 h 43219"/>
                <a:gd name="csX4" fmla="*/ 25785 w 43256"/>
                <a:gd name="csY4" fmla="*/ 59 h 43219"/>
                <a:gd name="csX5" fmla="*/ 29869 w 43256"/>
                <a:gd name="csY5" fmla="*/ 2340 h 43219"/>
                <a:gd name="csX6" fmla="*/ 35499 w 43256"/>
                <a:gd name="csY6" fmla="*/ 549 h 43219"/>
                <a:gd name="csX7" fmla="*/ 38354 w 43256"/>
                <a:gd name="csY7" fmla="*/ 5435 h 43219"/>
                <a:gd name="csX8" fmla="*/ 42018 w 43256"/>
                <a:gd name="csY8" fmla="*/ 10177 h 43219"/>
                <a:gd name="csX9" fmla="*/ 41854 w 43256"/>
                <a:gd name="csY9" fmla="*/ 15319 h 43219"/>
                <a:gd name="csX10" fmla="*/ 43052 w 43256"/>
                <a:gd name="csY10" fmla="*/ 23181 h 43219"/>
                <a:gd name="csX11" fmla="*/ 37440 w 43256"/>
                <a:gd name="csY11" fmla="*/ 30063 h 43219"/>
                <a:gd name="csX12" fmla="*/ 35431 w 43256"/>
                <a:gd name="csY12" fmla="*/ 35960 h 43219"/>
                <a:gd name="csX13" fmla="*/ 28591 w 43256"/>
                <a:gd name="csY13" fmla="*/ 36674 h 43219"/>
                <a:gd name="csX14" fmla="*/ 23703 w 43256"/>
                <a:gd name="csY14" fmla="*/ 42965 h 43219"/>
                <a:gd name="csX15" fmla="*/ 16516 w 43256"/>
                <a:gd name="csY15" fmla="*/ 39125 h 43219"/>
                <a:gd name="csX16" fmla="*/ 5840 w 43256"/>
                <a:gd name="csY16" fmla="*/ 35331 h 43219"/>
                <a:gd name="csX17" fmla="*/ 1146 w 43256"/>
                <a:gd name="csY17" fmla="*/ 31109 h 43219"/>
                <a:gd name="csX18" fmla="*/ 2149 w 43256"/>
                <a:gd name="csY18" fmla="*/ 25410 h 43219"/>
                <a:gd name="csX19" fmla="*/ 31 w 43256"/>
                <a:gd name="csY19" fmla="*/ 19563 h 43219"/>
                <a:gd name="csX20" fmla="*/ 3899 w 43256"/>
                <a:gd name="csY20" fmla="*/ 14366 h 43219"/>
                <a:gd name="csX21" fmla="*/ 3936 w 43256"/>
                <a:gd name="csY21" fmla="*/ 14229 h 43219"/>
                <a:gd name="csX0" fmla="*/ 4343 w 43256"/>
                <a:gd name="csY0" fmla="*/ 26036 h 43219"/>
                <a:gd name="csX1" fmla="*/ 1810 w 43256"/>
                <a:gd name="csY1" fmla="*/ 25239 h 43219"/>
                <a:gd name="csX2" fmla="*/ 6964 w 43256"/>
                <a:gd name="csY2" fmla="*/ 34758 h 43219"/>
                <a:gd name="csX3" fmla="*/ 5856 w 43256"/>
                <a:gd name="csY3" fmla="*/ 35139 h 43219"/>
                <a:gd name="csX4" fmla="*/ 16514 w 43256"/>
                <a:gd name="csY4" fmla="*/ 38949 h 43219"/>
                <a:gd name="csX5" fmla="*/ 15846 w 43256"/>
                <a:gd name="csY5" fmla="*/ 37209 h 43219"/>
                <a:gd name="csX6" fmla="*/ 28863 w 43256"/>
                <a:gd name="csY6" fmla="*/ 34610 h 43219"/>
                <a:gd name="csX7" fmla="*/ 28596 w 43256"/>
                <a:gd name="csY7" fmla="*/ 36519 h 43219"/>
                <a:gd name="csX8" fmla="*/ 41834 w 43256"/>
                <a:gd name="csY8" fmla="*/ 15213 h 43219"/>
                <a:gd name="csX9" fmla="*/ 40386 w 43256"/>
                <a:gd name="csY9" fmla="*/ 17889 h 43219"/>
                <a:gd name="csX10" fmla="*/ 38360 w 43256"/>
                <a:gd name="csY10" fmla="*/ 5285 h 43219"/>
                <a:gd name="csX11" fmla="*/ 38436 w 43256"/>
                <a:gd name="csY11" fmla="*/ 6549 h 43219"/>
                <a:gd name="csX12" fmla="*/ 29114 w 43256"/>
                <a:gd name="csY12" fmla="*/ 3811 h 43219"/>
                <a:gd name="csX13" fmla="*/ 29856 w 43256"/>
                <a:gd name="csY13" fmla="*/ 2199 h 43219"/>
                <a:gd name="csX14" fmla="*/ 22177 w 43256"/>
                <a:gd name="csY14" fmla="*/ 4579 h 43219"/>
                <a:gd name="csX15" fmla="*/ 22536 w 43256"/>
                <a:gd name="csY15" fmla="*/ 3189 h 43219"/>
                <a:gd name="csX16" fmla="*/ 14036 w 43256"/>
                <a:gd name="csY16" fmla="*/ 5051 h 43219"/>
                <a:gd name="csX17" fmla="*/ 15336 w 43256"/>
                <a:gd name="csY17" fmla="*/ 6399 h 43219"/>
                <a:gd name="csX18" fmla="*/ 4163 w 43256"/>
                <a:gd name="csY18" fmla="*/ 15648 h 43219"/>
                <a:gd name="csX19" fmla="*/ 3936 w 43256"/>
                <a:gd name="csY19" fmla="*/ 14229 h 43219"/>
                <a:gd name="csX0" fmla="*/ 3936 w 43256"/>
                <a:gd name="csY0" fmla="*/ 14229 h 42558"/>
                <a:gd name="csX1" fmla="*/ 5659 w 43256"/>
                <a:gd name="csY1" fmla="*/ 6766 h 42558"/>
                <a:gd name="csX2" fmla="*/ 14041 w 43256"/>
                <a:gd name="csY2" fmla="*/ 5061 h 42558"/>
                <a:gd name="csX3" fmla="*/ 22492 w 43256"/>
                <a:gd name="csY3" fmla="*/ 3291 h 42558"/>
                <a:gd name="csX4" fmla="*/ 25785 w 43256"/>
                <a:gd name="csY4" fmla="*/ 59 h 42558"/>
                <a:gd name="csX5" fmla="*/ 29869 w 43256"/>
                <a:gd name="csY5" fmla="*/ 2340 h 42558"/>
                <a:gd name="csX6" fmla="*/ 35499 w 43256"/>
                <a:gd name="csY6" fmla="*/ 549 h 42558"/>
                <a:gd name="csX7" fmla="*/ 38354 w 43256"/>
                <a:gd name="csY7" fmla="*/ 5435 h 42558"/>
                <a:gd name="csX8" fmla="*/ 42018 w 43256"/>
                <a:gd name="csY8" fmla="*/ 10177 h 42558"/>
                <a:gd name="csX9" fmla="*/ 41854 w 43256"/>
                <a:gd name="csY9" fmla="*/ 15319 h 42558"/>
                <a:gd name="csX10" fmla="*/ 43052 w 43256"/>
                <a:gd name="csY10" fmla="*/ 23181 h 42558"/>
                <a:gd name="csX11" fmla="*/ 37440 w 43256"/>
                <a:gd name="csY11" fmla="*/ 30063 h 42558"/>
                <a:gd name="csX12" fmla="*/ 35431 w 43256"/>
                <a:gd name="csY12" fmla="*/ 35960 h 42558"/>
                <a:gd name="csX13" fmla="*/ 28591 w 43256"/>
                <a:gd name="csY13" fmla="*/ 36674 h 42558"/>
                <a:gd name="csX14" fmla="*/ 23626 w 43256"/>
                <a:gd name="csY14" fmla="*/ 42210 h 42558"/>
                <a:gd name="csX15" fmla="*/ 16516 w 43256"/>
                <a:gd name="csY15" fmla="*/ 39125 h 42558"/>
                <a:gd name="csX16" fmla="*/ 5840 w 43256"/>
                <a:gd name="csY16" fmla="*/ 35331 h 42558"/>
                <a:gd name="csX17" fmla="*/ 1146 w 43256"/>
                <a:gd name="csY17" fmla="*/ 31109 h 42558"/>
                <a:gd name="csX18" fmla="*/ 2149 w 43256"/>
                <a:gd name="csY18" fmla="*/ 25410 h 42558"/>
                <a:gd name="csX19" fmla="*/ 31 w 43256"/>
                <a:gd name="csY19" fmla="*/ 19563 h 42558"/>
                <a:gd name="csX20" fmla="*/ 3899 w 43256"/>
                <a:gd name="csY20" fmla="*/ 14366 h 42558"/>
                <a:gd name="csX21" fmla="*/ 3936 w 43256"/>
                <a:gd name="csY21" fmla="*/ 14229 h 42558"/>
                <a:gd name="csX0" fmla="*/ 4343 w 43256"/>
                <a:gd name="csY0" fmla="*/ 26036 h 42558"/>
                <a:gd name="csX1" fmla="*/ 1810 w 43256"/>
                <a:gd name="csY1" fmla="*/ 25239 h 42558"/>
                <a:gd name="csX2" fmla="*/ 6964 w 43256"/>
                <a:gd name="csY2" fmla="*/ 34758 h 42558"/>
                <a:gd name="csX3" fmla="*/ 5856 w 43256"/>
                <a:gd name="csY3" fmla="*/ 35139 h 42558"/>
                <a:gd name="csX4" fmla="*/ 16514 w 43256"/>
                <a:gd name="csY4" fmla="*/ 38949 h 42558"/>
                <a:gd name="csX5" fmla="*/ 15846 w 43256"/>
                <a:gd name="csY5" fmla="*/ 37209 h 42558"/>
                <a:gd name="csX6" fmla="*/ 28863 w 43256"/>
                <a:gd name="csY6" fmla="*/ 34610 h 42558"/>
                <a:gd name="csX7" fmla="*/ 28596 w 43256"/>
                <a:gd name="csY7" fmla="*/ 36519 h 42558"/>
                <a:gd name="csX8" fmla="*/ 41834 w 43256"/>
                <a:gd name="csY8" fmla="*/ 15213 h 42558"/>
                <a:gd name="csX9" fmla="*/ 40386 w 43256"/>
                <a:gd name="csY9" fmla="*/ 17889 h 42558"/>
                <a:gd name="csX10" fmla="*/ 38360 w 43256"/>
                <a:gd name="csY10" fmla="*/ 5285 h 42558"/>
                <a:gd name="csX11" fmla="*/ 38436 w 43256"/>
                <a:gd name="csY11" fmla="*/ 6549 h 42558"/>
                <a:gd name="csX12" fmla="*/ 29114 w 43256"/>
                <a:gd name="csY12" fmla="*/ 3811 h 42558"/>
                <a:gd name="csX13" fmla="*/ 29856 w 43256"/>
                <a:gd name="csY13" fmla="*/ 2199 h 42558"/>
                <a:gd name="csX14" fmla="*/ 22177 w 43256"/>
                <a:gd name="csY14" fmla="*/ 4579 h 42558"/>
                <a:gd name="csX15" fmla="*/ 22536 w 43256"/>
                <a:gd name="csY15" fmla="*/ 3189 h 42558"/>
                <a:gd name="csX16" fmla="*/ 14036 w 43256"/>
                <a:gd name="csY16" fmla="*/ 5051 h 42558"/>
                <a:gd name="csX17" fmla="*/ 15336 w 43256"/>
                <a:gd name="csY17" fmla="*/ 6399 h 42558"/>
                <a:gd name="csX18" fmla="*/ 4163 w 43256"/>
                <a:gd name="csY18" fmla="*/ 15648 h 42558"/>
                <a:gd name="csX19" fmla="*/ 3936 w 43256"/>
                <a:gd name="csY19" fmla="*/ 14229 h 42558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0386 w 43256"/>
                <a:gd name="csY9" fmla="*/ 1788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  <a:gd name="csX0" fmla="*/ 3936 w 43256"/>
                <a:gd name="csY0" fmla="*/ 14229 h 42512"/>
                <a:gd name="csX1" fmla="*/ 5659 w 43256"/>
                <a:gd name="csY1" fmla="*/ 6766 h 42512"/>
                <a:gd name="csX2" fmla="*/ 14041 w 43256"/>
                <a:gd name="csY2" fmla="*/ 5061 h 42512"/>
                <a:gd name="csX3" fmla="*/ 22492 w 43256"/>
                <a:gd name="csY3" fmla="*/ 3291 h 42512"/>
                <a:gd name="csX4" fmla="*/ 25785 w 43256"/>
                <a:gd name="csY4" fmla="*/ 59 h 42512"/>
                <a:gd name="csX5" fmla="*/ 29869 w 43256"/>
                <a:gd name="csY5" fmla="*/ 2340 h 42512"/>
                <a:gd name="csX6" fmla="*/ 35499 w 43256"/>
                <a:gd name="csY6" fmla="*/ 549 h 42512"/>
                <a:gd name="csX7" fmla="*/ 38354 w 43256"/>
                <a:gd name="csY7" fmla="*/ 5435 h 42512"/>
                <a:gd name="csX8" fmla="*/ 42018 w 43256"/>
                <a:gd name="csY8" fmla="*/ 10177 h 42512"/>
                <a:gd name="csX9" fmla="*/ 41854 w 43256"/>
                <a:gd name="csY9" fmla="*/ 15319 h 42512"/>
                <a:gd name="csX10" fmla="*/ 43052 w 43256"/>
                <a:gd name="csY10" fmla="*/ 23181 h 42512"/>
                <a:gd name="csX11" fmla="*/ 37440 w 43256"/>
                <a:gd name="csY11" fmla="*/ 30063 h 42512"/>
                <a:gd name="csX12" fmla="*/ 35431 w 43256"/>
                <a:gd name="csY12" fmla="*/ 35960 h 42512"/>
                <a:gd name="csX13" fmla="*/ 28591 w 43256"/>
                <a:gd name="csY13" fmla="*/ 36674 h 42512"/>
                <a:gd name="csX14" fmla="*/ 23626 w 43256"/>
                <a:gd name="csY14" fmla="*/ 42210 h 42512"/>
                <a:gd name="csX15" fmla="*/ 16516 w 43256"/>
                <a:gd name="csY15" fmla="*/ 39125 h 42512"/>
                <a:gd name="csX16" fmla="*/ 5840 w 43256"/>
                <a:gd name="csY16" fmla="*/ 35331 h 42512"/>
                <a:gd name="csX17" fmla="*/ 1146 w 43256"/>
                <a:gd name="csY17" fmla="*/ 31109 h 42512"/>
                <a:gd name="csX18" fmla="*/ 2149 w 43256"/>
                <a:gd name="csY18" fmla="*/ 25410 h 42512"/>
                <a:gd name="csX19" fmla="*/ 31 w 43256"/>
                <a:gd name="csY19" fmla="*/ 19563 h 42512"/>
                <a:gd name="csX20" fmla="*/ 3899 w 43256"/>
                <a:gd name="csY20" fmla="*/ 14366 h 42512"/>
                <a:gd name="csX21" fmla="*/ 3936 w 43256"/>
                <a:gd name="csY21" fmla="*/ 14229 h 42512"/>
                <a:gd name="csX0" fmla="*/ 4343 w 43256"/>
                <a:gd name="csY0" fmla="*/ 26036 h 42512"/>
                <a:gd name="csX1" fmla="*/ 1810 w 43256"/>
                <a:gd name="csY1" fmla="*/ 25239 h 42512"/>
                <a:gd name="csX2" fmla="*/ 6964 w 43256"/>
                <a:gd name="csY2" fmla="*/ 34758 h 42512"/>
                <a:gd name="csX3" fmla="*/ 5856 w 43256"/>
                <a:gd name="csY3" fmla="*/ 35139 h 42512"/>
                <a:gd name="csX4" fmla="*/ 16514 w 43256"/>
                <a:gd name="csY4" fmla="*/ 38949 h 42512"/>
                <a:gd name="csX5" fmla="*/ 15846 w 43256"/>
                <a:gd name="csY5" fmla="*/ 37209 h 42512"/>
                <a:gd name="csX6" fmla="*/ 28863 w 43256"/>
                <a:gd name="csY6" fmla="*/ 34610 h 42512"/>
                <a:gd name="csX7" fmla="*/ 28596 w 43256"/>
                <a:gd name="csY7" fmla="*/ 36519 h 42512"/>
                <a:gd name="csX8" fmla="*/ 41834 w 43256"/>
                <a:gd name="csY8" fmla="*/ 15213 h 42512"/>
                <a:gd name="csX9" fmla="*/ 41060 w 43256"/>
                <a:gd name="csY9" fmla="*/ 16969 h 42512"/>
                <a:gd name="csX10" fmla="*/ 38360 w 43256"/>
                <a:gd name="csY10" fmla="*/ 5285 h 42512"/>
                <a:gd name="csX11" fmla="*/ 38436 w 43256"/>
                <a:gd name="csY11" fmla="*/ 6549 h 42512"/>
                <a:gd name="csX12" fmla="*/ 29114 w 43256"/>
                <a:gd name="csY12" fmla="*/ 3811 h 42512"/>
                <a:gd name="csX13" fmla="*/ 29856 w 43256"/>
                <a:gd name="csY13" fmla="*/ 2199 h 42512"/>
                <a:gd name="csX14" fmla="*/ 22177 w 43256"/>
                <a:gd name="csY14" fmla="*/ 4579 h 42512"/>
                <a:gd name="csX15" fmla="*/ 22536 w 43256"/>
                <a:gd name="csY15" fmla="*/ 3189 h 42512"/>
                <a:gd name="csX16" fmla="*/ 14036 w 43256"/>
                <a:gd name="csY16" fmla="*/ 5051 h 42512"/>
                <a:gd name="csX17" fmla="*/ 15336 w 43256"/>
                <a:gd name="csY17" fmla="*/ 6399 h 42512"/>
                <a:gd name="csX18" fmla="*/ 4163 w 43256"/>
                <a:gd name="csY18" fmla="*/ 15648 h 42512"/>
                <a:gd name="csX19" fmla="*/ 3936 w 43256"/>
                <a:gd name="csY19" fmla="*/ 14229 h 4251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</a:cxnLst>
              <a:rect l="l" t="t" r="r" b="b"/>
              <a:pathLst>
                <a:path w="43256" h="42512">
                  <a:moveTo>
                    <a:pt x="3936" y="14229"/>
                  </a:moveTo>
                  <a:cubicBezTo>
                    <a:pt x="3665" y="11516"/>
                    <a:pt x="4297" y="8780"/>
                    <a:pt x="5659" y="6766"/>
                  </a:cubicBezTo>
                  <a:cubicBezTo>
                    <a:pt x="7811" y="3585"/>
                    <a:pt x="11300" y="2876"/>
                    <a:pt x="14041" y="5061"/>
                  </a:cubicBezTo>
                  <a:cubicBezTo>
                    <a:pt x="15714" y="768"/>
                    <a:pt x="19950" y="-119"/>
                    <a:pt x="22492" y="3291"/>
                  </a:cubicBezTo>
                  <a:cubicBezTo>
                    <a:pt x="23133" y="1542"/>
                    <a:pt x="24364" y="333"/>
                    <a:pt x="25785" y="59"/>
                  </a:cubicBezTo>
                  <a:cubicBezTo>
                    <a:pt x="27349" y="-243"/>
                    <a:pt x="28911" y="629"/>
                    <a:pt x="29869" y="2340"/>
                  </a:cubicBezTo>
                  <a:cubicBezTo>
                    <a:pt x="31251" y="126"/>
                    <a:pt x="33537" y="-601"/>
                    <a:pt x="35499" y="549"/>
                  </a:cubicBezTo>
                  <a:cubicBezTo>
                    <a:pt x="36994" y="1425"/>
                    <a:pt x="38066" y="3259"/>
                    <a:pt x="38354" y="5435"/>
                  </a:cubicBezTo>
                  <a:cubicBezTo>
                    <a:pt x="40082" y="6077"/>
                    <a:pt x="41458" y="7857"/>
                    <a:pt x="42018" y="10177"/>
                  </a:cubicBezTo>
                  <a:cubicBezTo>
                    <a:pt x="42425" y="11861"/>
                    <a:pt x="42367" y="13690"/>
                    <a:pt x="41854" y="15319"/>
                  </a:cubicBezTo>
                  <a:cubicBezTo>
                    <a:pt x="43115" y="17553"/>
                    <a:pt x="43556" y="20449"/>
                    <a:pt x="43052" y="23181"/>
                  </a:cubicBezTo>
                  <a:cubicBezTo>
                    <a:pt x="42382" y="26813"/>
                    <a:pt x="40164" y="29533"/>
                    <a:pt x="37440" y="30063"/>
                  </a:cubicBezTo>
                  <a:cubicBezTo>
                    <a:pt x="37427" y="32330"/>
                    <a:pt x="36694" y="34480"/>
                    <a:pt x="35431" y="35960"/>
                  </a:cubicBezTo>
                  <a:cubicBezTo>
                    <a:pt x="33512" y="38209"/>
                    <a:pt x="30740" y="38498"/>
                    <a:pt x="28591" y="36674"/>
                  </a:cubicBezTo>
                  <a:cubicBezTo>
                    <a:pt x="27896" y="39807"/>
                    <a:pt x="25926" y="41356"/>
                    <a:pt x="23626" y="42210"/>
                  </a:cubicBezTo>
                  <a:cubicBezTo>
                    <a:pt x="21495" y="43001"/>
                    <a:pt x="18087" y="42332"/>
                    <a:pt x="16516" y="39125"/>
                  </a:cubicBezTo>
                  <a:cubicBezTo>
                    <a:pt x="12808" y="42169"/>
                    <a:pt x="7992" y="40458"/>
                    <a:pt x="5840" y="35331"/>
                  </a:cubicBezTo>
                  <a:cubicBezTo>
                    <a:pt x="3726" y="35668"/>
                    <a:pt x="1741" y="33883"/>
                    <a:pt x="1146" y="31109"/>
                  </a:cubicBezTo>
                  <a:cubicBezTo>
                    <a:pt x="715" y="29102"/>
                    <a:pt x="1096" y="26936"/>
                    <a:pt x="2149" y="25410"/>
                  </a:cubicBezTo>
                  <a:cubicBezTo>
                    <a:pt x="655" y="24213"/>
                    <a:pt x="-177" y="21916"/>
                    <a:pt x="31" y="19563"/>
                  </a:cubicBezTo>
                  <a:cubicBezTo>
                    <a:pt x="275" y="16808"/>
                    <a:pt x="1881" y="14650"/>
                    <a:pt x="3899" y="14366"/>
                  </a:cubicBezTo>
                  <a:cubicBezTo>
                    <a:pt x="3911" y="14320"/>
                    <a:pt x="3924" y="14275"/>
                    <a:pt x="3936" y="14229"/>
                  </a:cubicBezTo>
                  <a:close/>
                </a:path>
                <a:path w="43256" h="42512" fill="none" extrusionOk="0">
                  <a:moveTo>
                    <a:pt x="4343" y="26036"/>
                  </a:moveTo>
                  <a:cubicBezTo>
                    <a:pt x="3459" y="26130"/>
                    <a:pt x="2575" y="25852"/>
                    <a:pt x="1810" y="25239"/>
                  </a:cubicBezTo>
                  <a:moveTo>
                    <a:pt x="6964" y="34758"/>
                  </a:moveTo>
                  <a:cubicBezTo>
                    <a:pt x="6609" y="34951"/>
                    <a:pt x="6236" y="35079"/>
                    <a:pt x="5856" y="35139"/>
                  </a:cubicBezTo>
                  <a:moveTo>
                    <a:pt x="16514" y="38949"/>
                  </a:moveTo>
                  <a:cubicBezTo>
                    <a:pt x="16247" y="38403"/>
                    <a:pt x="16023" y="37820"/>
                    <a:pt x="15846" y="37209"/>
                  </a:cubicBezTo>
                  <a:moveTo>
                    <a:pt x="28863" y="34610"/>
                  </a:moveTo>
                  <a:cubicBezTo>
                    <a:pt x="28824" y="35257"/>
                    <a:pt x="28734" y="35897"/>
                    <a:pt x="28596" y="36519"/>
                  </a:cubicBezTo>
                  <a:moveTo>
                    <a:pt x="41834" y="15213"/>
                  </a:moveTo>
                  <a:cubicBezTo>
                    <a:pt x="41509" y="16245"/>
                    <a:pt x="41688" y="16241"/>
                    <a:pt x="41060" y="16969"/>
                  </a:cubicBezTo>
                  <a:moveTo>
                    <a:pt x="38360" y="5285"/>
                  </a:moveTo>
                  <a:cubicBezTo>
                    <a:pt x="38415" y="5702"/>
                    <a:pt x="38441" y="6125"/>
                    <a:pt x="38436" y="6549"/>
                  </a:cubicBezTo>
                  <a:moveTo>
                    <a:pt x="29114" y="3811"/>
                  </a:moveTo>
                  <a:cubicBezTo>
                    <a:pt x="29303" y="3228"/>
                    <a:pt x="29552" y="2685"/>
                    <a:pt x="29856" y="2199"/>
                  </a:cubicBezTo>
                  <a:moveTo>
                    <a:pt x="22177" y="4579"/>
                  </a:moveTo>
                  <a:cubicBezTo>
                    <a:pt x="22254" y="4097"/>
                    <a:pt x="22375" y="3630"/>
                    <a:pt x="22536" y="3189"/>
                  </a:cubicBezTo>
                  <a:moveTo>
                    <a:pt x="14036" y="5051"/>
                  </a:moveTo>
                  <a:cubicBezTo>
                    <a:pt x="14508" y="5427"/>
                    <a:pt x="14944" y="5880"/>
                    <a:pt x="15336" y="6399"/>
                  </a:cubicBezTo>
                  <a:moveTo>
                    <a:pt x="4163" y="15648"/>
                  </a:moveTo>
                  <a:cubicBezTo>
                    <a:pt x="4060" y="15184"/>
                    <a:pt x="3984" y="14710"/>
                    <a:pt x="3936" y="14229"/>
                  </a:cubicBezTo>
                </a:path>
              </a:pathLst>
            </a:cu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1200">
                <a:latin typeface="Calibri" panose="020F050202020403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AB41EA38-983D-378B-C24A-4DE81947F409}"/>
                </a:ext>
              </a:extLst>
            </p:cNvPr>
            <p:cNvSpPr txBox="1"/>
            <p:nvPr/>
          </p:nvSpPr>
          <p:spPr>
            <a:xfrm>
              <a:off x="4062185" y="756880"/>
              <a:ext cx="1551215" cy="995395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/>
            <a:p>
              <a:pPr algn="ctr"/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Feedback</a:t>
              </a:r>
            </a:p>
            <a:p>
              <a:pPr algn="ctr"/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（</a:t>
              </a:r>
              <a:r>
                <a:rPr lang="en-US" altLang="ja-JP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Native</a:t>
              </a:r>
              <a:r>
                <a:rPr lang="ja-JP" altLang="en-US" sz="12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rPr>
                <a:t>）</a:t>
              </a:r>
              <a:endParaRPr lang="ja-JP" altLang="en-US" sz="1200" b="1">
                <a:latin typeface="Calibri" panose="020F0502020204030204" pitchFamily="34" charset="0"/>
                <a:ea typeface="メイリオ" panose="020B0604030504040204" pitchFamily="50" charset="-128"/>
                <a:cs typeface="Calibri" panose="020F0502020204030204" pitchFamily="34" charset="0"/>
              </a:endParaRPr>
            </a:p>
          </p:txBody>
        </p:sp>
      </p:grpSp>
      <p:sp>
        <p:nvSpPr>
          <p:cNvPr id="35" name="フローチャート: 書類 34">
            <a:extLst>
              <a:ext uri="{FF2B5EF4-FFF2-40B4-BE49-F238E27FC236}">
                <a16:creationId xmlns:a16="http://schemas.microsoft.com/office/drawing/2014/main" id="{F3A92A78-B75F-9E31-D273-9E34FEEE3814}"/>
              </a:ext>
            </a:extLst>
          </p:cNvPr>
          <p:cNvSpPr/>
          <p:nvPr/>
        </p:nvSpPr>
        <p:spPr>
          <a:xfrm>
            <a:off x="6451939" y="580222"/>
            <a:ext cx="833437" cy="575478"/>
          </a:xfrm>
          <a:prstGeom prst="flowChartDocument">
            <a:avLst/>
          </a:prstGeom>
          <a:solidFill>
            <a:schemeClr val="tx1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Template</a:t>
            </a:r>
          </a:p>
          <a:p>
            <a:pPr algn="ctr"/>
            <a:r>
              <a:rPr lang="ja-JP" altLang="en-US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（</a:t>
            </a:r>
            <a:r>
              <a:rPr lang="en-US" altLang="ja-JP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</a:t>
            </a:r>
            <a:r>
              <a:rPr lang="ja-JP" altLang="en-US" sz="1200" b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）</a:t>
            </a:r>
            <a:endParaRPr lang="ja-JP" altLang="en-US" sz="1200" b="1">
              <a:latin typeface="Calibri" panose="020F0502020204030204" pitchFamily="34" charset="0"/>
              <a:ea typeface="メイリオ" panose="020B0604030504040204" pitchFamily="50" charset="-128"/>
              <a:cs typeface="Calibri" panose="020F0502020204030204" pitchFamily="34" charset="0"/>
            </a:endParaRPr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E53F5E13-49F7-63F2-FE0E-18D19AEB6664}"/>
              </a:ext>
            </a:extLst>
          </p:cNvPr>
          <p:cNvCxnSpPr/>
          <p:nvPr/>
        </p:nvCxnSpPr>
        <p:spPr>
          <a:xfrm>
            <a:off x="6868658" y="1301750"/>
            <a:ext cx="0" cy="1657362"/>
          </a:xfrm>
          <a:prstGeom prst="straightConnector1">
            <a:avLst/>
          </a:prstGeom>
          <a:noFill/>
          <a:ln w="38100">
            <a:solidFill>
              <a:srgbClr val="FFC000"/>
            </a:solidFill>
            <a:headEnd type="oval" w="med" len="med"/>
            <a:tailEnd type="triangle" w="med" len="med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012589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28</Words>
  <Application>Microsoft Office PowerPoint</Application>
  <PresentationFormat>ワイド画面</PresentationFormat>
  <Paragraphs>14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テーマ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中山 一紀</dc:creator>
  <cp:lastModifiedBy>中山 一紀</cp:lastModifiedBy>
  <cp:revision>2</cp:revision>
  <dcterms:created xsi:type="dcterms:W3CDTF">2026-05-06T07:24:58Z</dcterms:created>
  <dcterms:modified xsi:type="dcterms:W3CDTF">2026-05-06T07:48:01Z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2026-05-06T07:25:25Z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d8c9785c-7bbf-4b6c-bf29-15e4982bfb86</vt:lpwstr>
  </property>
  <property fmtid="{D5CDD505-2E9C-101B-9397-08002B2CF9AE}" pid="7" name="MSIP_Label_defa4170-0d19-0005-0004-bc88714345d2_ActionId">
    <vt:lpwstr>cd9c6bc1-f31d-470f-9072-735bb173470f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