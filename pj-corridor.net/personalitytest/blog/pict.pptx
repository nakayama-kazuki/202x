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23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グラフィックス 2">
            <a:extLst>
              <a:ext uri="{FF2B5EF4-FFF2-40B4-BE49-F238E27FC236}">
                <a16:creationId xmlns:a16="http://schemas.microsoft.com/office/drawing/2014/main" id="{175AA705-74BB-38DD-A905-1863906C4A62}"/>
              </a:ext>
            </a:extLst>
          </p:cNvPr>
          <p:cNvSpPr/>
          <p:nvPr/>
        </p:nvSpPr>
        <p:spPr>
          <a:xfrm>
            <a:off x="970932" y="2338908"/>
            <a:ext cx="496662" cy="1167565"/>
          </a:xfrm>
          <a:custGeom>
            <a:avLst/>
            <a:gdLst>
              <a:gd name="connsiteX0" fmla="*/ 321939 w 1054395"/>
              <a:gd name="connsiteY0" fmla="*/ 2456442 h 2478698"/>
              <a:gd name="connsiteX1" fmla="*/ 252400 w 1054395"/>
              <a:gd name="connsiteY1" fmla="*/ 1587617 h 2478698"/>
              <a:gd name="connsiteX2" fmla="*/ 240089 w 1054395"/>
              <a:gd name="connsiteY2" fmla="*/ 801923 h 2478698"/>
              <a:gd name="connsiteX3" fmla="*/ 179098 w 1054395"/>
              <a:gd name="connsiteY3" fmla="*/ 1222975 h 2478698"/>
              <a:gd name="connsiteX4" fmla="*/ 95544 w 1054395"/>
              <a:gd name="connsiteY4" fmla="*/ 1521713 h 2478698"/>
              <a:gd name="connsiteX5" fmla="*/ 154632 w 1054395"/>
              <a:gd name="connsiteY5" fmla="*/ 615727 h 2478698"/>
              <a:gd name="connsiteX6" fmla="*/ 919062 w 1054395"/>
              <a:gd name="connsiteY6" fmla="*/ 636486 h 2478698"/>
              <a:gd name="connsiteX7" fmla="*/ 964337 w 1054395"/>
              <a:gd name="connsiteY7" fmla="*/ 1521713 h 2478698"/>
              <a:gd name="connsiteX8" fmla="*/ 875483 w 1054395"/>
              <a:gd name="connsiteY8" fmla="*/ 1228255 h 2478698"/>
              <a:gd name="connsiteX9" fmla="*/ 821434 w 1054395"/>
              <a:gd name="connsiteY9" fmla="*/ 807764 h 2478698"/>
              <a:gd name="connsiteX10" fmla="*/ 810578 w 1054395"/>
              <a:gd name="connsiteY10" fmla="*/ 1593965 h 2478698"/>
              <a:gd name="connsiteX11" fmla="*/ 797213 w 1054395"/>
              <a:gd name="connsiteY11" fmla="*/ 2405128 h 2478698"/>
              <a:gd name="connsiteX12" fmla="*/ 625512 w 1054395"/>
              <a:gd name="connsiteY12" fmla="*/ 2455416 h 2478698"/>
              <a:gd name="connsiteX13" fmla="*/ 550960 w 1054395"/>
              <a:gd name="connsiteY13" fmla="*/ 1891669 h 2478698"/>
              <a:gd name="connsiteX14" fmla="*/ 502130 w 1054395"/>
              <a:gd name="connsiteY14" fmla="*/ 1900859 h 2478698"/>
              <a:gd name="connsiteX15" fmla="*/ 321939 w 1054395"/>
              <a:gd name="connsiteY15" fmla="*/ 2456442 h 2478698"/>
              <a:gd name="connsiteX16" fmla="*/ 440511 w 1054395"/>
              <a:gd name="connsiteY16" fmla="*/ 446051 h 2478698"/>
              <a:gd name="connsiteX17" fmla="*/ 297479 w 1054395"/>
              <a:gd name="connsiteY17" fmla="*/ 187926 h 2478698"/>
              <a:gd name="connsiteX18" fmla="*/ 743836 w 1054395"/>
              <a:gd name="connsiteY18" fmla="*/ 144430 h 2478698"/>
              <a:gd name="connsiteX19" fmla="*/ 440511 w 1054395"/>
              <a:gd name="connsiteY19" fmla="*/ 446051 h 247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54395" h="2478698">
                <a:moveTo>
                  <a:pt x="321939" y="2456442"/>
                </a:moveTo>
                <a:cubicBezTo>
                  <a:pt x="250372" y="2427572"/>
                  <a:pt x="252400" y="2452898"/>
                  <a:pt x="252400" y="1587617"/>
                </a:cubicBezTo>
                <a:cubicBezTo>
                  <a:pt x="252400" y="1084515"/>
                  <a:pt x="247850" y="794148"/>
                  <a:pt x="240089" y="801923"/>
                </a:cubicBezTo>
                <a:cubicBezTo>
                  <a:pt x="205545" y="836523"/>
                  <a:pt x="185010" y="978291"/>
                  <a:pt x="179098" y="1222975"/>
                </a:cubicBezTo>
                <a:cubicBezTo>
                  <a:pt x="172405" y="1499957"/>
                  <a:pt x="166321" y="1521713"/>
                  <a:pt x="95544" y="1521713"/>
                </a:cubicBezTo>
                <a:cubicBezTo>
                  <a:pt x="-60525" y="1521713"/>
                  <a:pt x="-14491" y="815878"/>
                  <a:pt x="154632" y="615727"/>
                </a:cubicBezTo>
                <a:cubicBezTo>
                  <a:pt x="283670" y="463015"/>
                  <a:pt x="802056" y="477094"/>
                  <a:pt x="919062" y="636486"/>
                </a:cubicBezTo>
                <a:cubicBezTo>
                  <a:pt x="1071964" y="844782"/>
                  <a:pt x="1106587" y="1521713"/>
                  <a:pt x="964337" y="1521713"/>
                </a:cubicBezTo>
                <a:cubicBezTo>
                  <a:pt x="883148" y="1521713"/>
                  <a:pt x="875483" y="1496401"/>
                  <a:pt x="875483" y="1228255"/>
                </a:cubicBezTo>
                <a:cubicBezTo>
                  <a:pt x="875483" y="992006"/>
                  <a:pt x="851800" y="807764"/>
                  <a:pt x="821434" y="807764"/>
                </a:cubicBezTo>
                <a:cubicBezTo>
                  <a:pt x="815463" y="807764"/>
                  <a:pt x="810578" y="1161553"/>
                  <a:pt x="810578" y="1593965"/>
                </a:cubicBezTo>
                <a:cubicBezTo>
                  <a:pt x="810578" y="2108359"/>
                  <a:pt x="805957" y="2388798"/>
                  <a:pt x="797213" y="2405128"/>
                </a:cubicBezTo>
                <a:cubicBezTo>
                  <a:pt x="769135" y="2457597"/>
                  <a:pt x="684621" y="2482352"/>
                  <a:pt x="625512" y="2455416"/>
                </a:cubicBezTo>
                <a:cubicBezTo>
                  <a:pt x="558506" y="2424885"/>
                  <a:pt x="557918" y="2420433"/>
                  <a:pt x="550960" y="1891669"/>
                </a:cubicBezTo>
                <a:cubicBezTo>
                  <a:pt x="541239" y="1152834"/>
                  <a:pt x="507145" y="1159252"/>
                  <a:pt x="502130" y="1900859"/>
                </a:cubicBezTo>
                <a:cubicBezTo>
                  <a:pt x="498254" y="2474161"/>
                  <a:pt x="482928" y="2521411"/>
                  <a:pt x="321939" y="2456442"/>
                </a:cubicBezTo>
                <a:close/>
                <a:moveTo>
                  <a:pt x="440511" y="446051"/>
                </a:moveTo>
                <a:cubicBezTo>
                  <a:pt x="334212" y="397761"/>
                  <a:pt x="277537" y="295482"/>
                  <a:pt x="297479" y="187926"/>
                </a:cubicBezTo>
                <a:cubicBezTo>
                  <a:pt x="339285" y="-37565"/>
                  <a:pt x="671831" y="-69970"/>
                  <a:pt x="743836" y="144430"/>
                </a:cubicBezTo>
                <a:cubicBezTo>
                  <a:pt x="812244" y="348121"/>
                  <a:pt x="628072" y="531258"/>
                  <a:pt x="440511" y="446051"/>
                </a:cubicBezTo>
                <a:close/>
              </a:path>
            </a:pathLst>
          </a:custGeom>
          <a:solidFill>
            <a:srgbClr val="000000"/>
          </a:solidFill>
          <a:ln w="1293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71CDA3F4-8575-795F-6D5B-FC3020E4C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3815" y="2338908"/>
            <a:ext cx="1045875" cy="11675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D51E6BB-E07D-ED59-A25B-0F15C8490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410" y="2338908"/>
            <a:ext cx="1161547" cy="1167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85A78A0-C860-1A2D-4005-A8218EF4B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911" y="2338909"/>
            <a:ext cx="1305278" cy="1167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5164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7BCF-64DC-F59F-AF37-54EC6580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1B8621A-F04E-50F2-44B6-69342C41BD08}"/>
              </a:ext>
            </a:extLst>
          </p:cNvPr>
          <p:cNvGrpSpPr/>
          <p:nvPr/>
        </p:nvGrpSpPr>
        <p:grpSpPr>
          <a:xfrm>
            <a:off x="2236987" y="2845217"/>
            <a:ext cx="7718025" cy="1167566"/>
            <a:chOff x="970932" y="2338908"/>
            <a:chExt cx="7718025" cy="1167566"/>
          </a:xfrm>
        </p:grpSpPr>
        <p:sp>
          <p:nvSpPr>
            <p:cNvPr id="4" name="グラフィックス 2">
              <a:extLst>
                <a:ext uri="{FF2B5EF4-FFF2-40B4-BE49-F238E27FC236}">
                  <a16:creationId xmlns:a16="http://schemas.microsoft.com/office/drawing/2014/main" id="{5BE7AE3E-4131-C5BD-4AA5-9C12AEA534EA}"/>
                </a:ext>
              </a:extLst>
            </p:cNvPr>
            <p:cNvSpPr/>
            <p:nvPr/>
          </p:nvSpPr>
          <p:spPr>
            <a:xfrm>
              <a:off x="970932" y="2338908"/>
              <a:ext cx="496662" cy="1167565"/>
            </a:xfrm>
            <a:custGeom>
              <a:avLst/>
              <a:gdLst>
                <a:gd name="connsiteX0" fmla="*/ 321939 w 1054395"/>
                <a:gd name="connsiteY0" fmla="*/ 2456442 h 2478698"/>
                <a:gd name="connsiteX1" fmla="*/ 252400 w 1054395"/>
                <a:gd name="connsiteY1" fmla="*/ 1587617 h 2478698"/>
                <a:gd name="connsiteX2" fmla="*/ 240089 w 1054395"/>
                <a:gd name="connsiteY2" fmla="*/ 801923 h 2478698"/>
                <a:gd name="connsiteX3" fmla="*/ 179098 w 1054395"/>
                <a:gd name="connsiteY3" fmla="*/ 1222975 h 2478698"/>
                <a:gd name="connsiteX4" fmla="*/ 95544 w 1054395"/>
                <a:gd name="connsiteY4" fmla="*/ 1521713 h 2478698"/>
                <a:gd name="connsiteX5" fmla="*/ 154632 w 1054395"/>
                <a:gd name="connsiteY5" fmla="*/ 615727 h 2478698"/>
                <a:gd name="connsiteX6" fmla="*/ 919062 w 1054395"/>
                <a:gd name="connsiteY6" fmla="*/ 636486 h 2478698"/>
                <a:gd name="connsiteX7" fmla="*/ 964337 w 1054395"/>
                <a:gd name="connsiteY7" fmla="*/ 1521713 h 2478698"/>
                <a:gd name="connsiteX8" fmla="*/ 875483 w 1054395"/>
                <a:gd name="connsiteY8" fmla="*/ 1228255 h 2478698"/>
                <a:gd name="connsiteX9" fmla="*/ 821434 w 1054395"/>
                <a:gd name="connsiteY9" fmla="*/ 807764 h 2478698"/>
                <a:gd name="connsiteX10" fmla="*/ 810578 w 1054395"/>
                <a:gd name="connsiteY10" fmla="*/ 1593965 h 2478698"/>
                <a:gd name="connsiteX11" fmla="*/ 797213 w 1054395"/>
                <a:gd name="connsiteY11" fmla="*/ 2405128 h 2478698"/>
                <a:gd name="connsiteX12" fmla="*/ 625512 w 1054395"/>
                <a:gd name="connsiteY12" fmla="*/ 2455416 h 2478698"/>
                <a:gd name="connsiteX13" fmla="*/ 550960 w 1054395"/>
                <a:gd name="connsiteY13" fmla="*/ 1891669 h 2478698"/>
                <a:gd name="connsiteX14" fmla="*/ 502130 w 1054395"/>
                <a:gd name="connsiteY14" fmla="*/ 1900859 h 2478698"/>
                <a:gd name="connsiteX15" fmla="*/ 321939 w 1054395"/>
                <a:gd name="connsiteY15" fmla="*/ 2456442 h 2478698"/>
                <a:gd name="connsiteX16" fmla="*/ 440511 w 1054395"/>
                <a:gd name="connsiteY16" fmla="*/ 446051 h 2478698"/>
                <a:gd name="connsiteX17" fmla="*/ 297479 w 1054395"/>
                <a:gd name="connsiteY17" fmla="*/ 187926 h 2478698"/>
                <a:gd name="connsiteX18" fmla="*/ 743836 w 1054395"/>
                <a:gd name="connsiteY18" fmla="*/ 144430 h 2478698"/>
                <a:gd name="connsiteX19" fmla="*/ 440511 w 1054395"/>
                <a:gd name="connsiteY19" fmla="*/ 446051 h 247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54395" h="2478698">
                  <a:moveTo>
                    <a:pt x="321939" y="2456442"/>
                  </a:moveTo>
                  <a:cubicBezTo>
                    <a:pt x="250372" y="2427572"/>
                    <a:pt x="252400" y="2452898"/>
                    <a:pt x="252400" y="1587617"/>
                  </a:cubicBezTo>
                  <a:cubicBezTo>
                    <a:pt x="252400" y="1084515"/>
                    <a:pt x="247850" y="794148"/>
                    <a:pt x="240089" y="801923"/>
                  </a:cubicBezTo>
                  <a:cubicBezTo>
                    <a:pt x="205545" y="836523"/>
                    <a:pt x="185010" y="978291"/>
                    <a:pt x="179098" y="1222975"/>
                  </a:cubicBezTo>
                  <a:cubicBezTo>
                    <a:pt x="172405" y="1499957"/>
                    <a:pt x="166321" y="1521713"/>
                    <a:pt x="95544" y="1521713"/>
                  </a:cubicBezTo>
                  <a:cubicBezTo>
                    <a:pt x="-60525" y="1521713"/>
                    <a:pt x="-14491" y="815878"/>
                    <a:pt x="154632" y="615727"/>
                  </a:cubicBezTo>
                  <a:cubicBezTo>
                    <a:pt x="283670" y="463015"/>
                    <a:pt x="802056" y="477094"/>
                    <a:pt x="919062" y="636486"/>
                  </a:cubicBezTo>
                  <a:cubicBezTo>
                    <a:pt x="1071964" y="844782"/>
                    <a:pt x="1106587" y="1521713"/>
                    <a:pt x="964337" y="1521713"/>
                  </a:cubicBezTo>
                  <a:cubicBezTo>
                    <a:pt x="883148" y="1521713"/>
                    <a:pt x="875483" y="1496401"/>
                    <a:pt x="875483" y="1228255"/>
                  </a:cubicBezTo>
                  <a:cubicBezTo>
                    <a:pt x="875483" y="992006"/>
                    <a:pt x="851800" y="807764"/>
                    <a:pt x="821434" y="807764"/>
                  </a:cubicBezTo>
                  <a:cubicBezTo>
                    <a:pt x="815463" y="807764"/>
                    <a:pt x="810578" y="1161553"/>
                    <a:pt x="810578" y="1593965"/>
                  </a:cubicBezTo>
                  <a:cubicBezTo>
                    <a:pt x="810578" y="2108359"/>
                    <a:pt x="805957" y="2388798"/>
                    <a:pt x="797213" y="2405128"/>
                  </a:cubicBezTo>
                  <a:cubicBezTo>
                    <a:pt x="769135" y="2457597"/>
                    <a:pt x="684621" y="2482352"/>
                    <a:pt x="625512" y="2455416"/>
                  </a:cubicBezTo>
                  <a:cubicBezTo>
                    <a:pt x="558506" y="2424885"/>
                    <a:pt x="557918" y="2420433"/>
                    <a:pt x="550960" y="1891669"/>
                  </a:cubicBezTo>
                  <a:cubicBezTo>
                    <a:pt x="541239" y="1152834"/>
                    <a:pt x="507145" y="1159252"/>
                    <a:pt x="502130" y="1900859"/>
                  </a:cubicBezTo>
                  <a:cubicBezTo>
                    <a:pt x="498254" y="2474161"/>
                    <a:pt x="482928" y="2521411"/>
                    <a:pt x="321939" y="2456442"/>
                  </a:cubicBezTo>
                  <a:close/>
                  <a:moveTo>
                    <a:pt x="440511" y="446051"/>
                  </a:moveTo>
                  <a:cubicBezTo>
                    <a:pt x="334212" y="397761"/>
                    <a:pt x="277537" y="295482"/>
                    <a:pt x="297479" y="187926"/>
                  </a:cubicBezTo>
                  <a:cubicBezTo>
                    <a:pt x="339285" y="-37565"/>
                    <a:pt x="671831" y="-69970"/>
                    <a:pt x="743836" y="144430"/>
                  </a:cubicBezTo>
                  <a:cubicBezTo>
                    <a:pt x="812244" y="348121"/>
                    <a:pt x="628072" y="531258"/>
                    <a:pt x="440511" y="446051"/>
                  </a:cubicBezTo>
                  <a:close/>
                </a:path>
              </a:pathLst>
            </a:custGeom>
            <a:solidFill>
              <a:srgbClr val="000000"/>
            </a:solidFill>
            <a:ln w="129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2694B3F1-2816-FE64-0281-A2F32708FF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03815" y="2338908"/>
              <a:ext cx="1045875" cy="1167565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2C2D52CC-07D2-D95D-726B-B2E7B489A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7410" y="2338908"/>
              <a:ext cx="1161547" cy="11675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454DEBB-A594-5042-9A2B-0B44B4777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5911" y="2338909"/>
              <a:ext cx="1305278" cy="11675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0954401-B57C-3003-B512-6FF7FFC8C26C}"/>
              </a:ext>
            </a:extLst>
          </p:cNvPr>
          <p:cNvSpPr/>
          <p:nvPr/>
        </p:nvSpPr>
        <p:spPr>
          <a:xfrm>
            <a:off x="990600" y="838200"/>
            <a:ext cx="989330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5422C8A-C4F1-0F5C-C9EC-89038D40F385}"/>
              </a:ext>
            </a:extLst>
          </p:cNvPr>
          <p:cNvSpPr/>
          <p:nvPr/>
        </p:nvSpPr>
        <p:spPr>
          <a:xfrm>
            <a:off x="990600" y="5206999"/>
            <a:ext cx="989330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043FF46A-F463-07D7-B5FC-18E29E3DF2FE}"/>
              </a:ext>
            </a:extLst>
          </p:cNvPr>
          <p:cNvSpPr/>
          <p:nvPr/>
        </p:nvSpPr>
        <p:spPr>
          <a:xfrm>
            <a:off x="2495550" y="1511288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D0E3663E-1E45-102D-D831-0F3EF6F7F87A}"/>
              </a:ext>
            </a:extLst>
          </p:cNvPr>
          <p:cNvSpPr/>
          <p:nvPr/>
        </p:nvSpPr>
        <p:spPr>
          <a:xfrm>
            <a:off x="4711700" y="150495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57BD9F5C-A1EC-08C5-236B-53F7123ADF6B}"/>
              </a:ext>
            </a:extLst>
          </p:cNvPr>
          <p:cNvSpPr/>
          <p:nvPr/>
        </p:nvSpPr>
        <p:spPr>
          <a:xfrm>
            <a:off x="7086600" y="150495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B9081A07-E31F-D8A8-4DAC-16451ACE849A}"/>
              </a:ext>
            </a:extLst>
          </p:cNvPr>
          <p:cNvSpPr/>
          <p:nvPr/>
        </p:nvSpPr>
        <p:spPr>
          <a:xfrm flipV="1">
            <a:off x="2485318" y="4102100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84E316E6-07B0-B746-F8CF-31B6A40A7F3F}"/>
              </a:ext>
            </a:extLst>
          </p:cNvPr>
          <p:cNvSpPr/>
          <p:nvPr/>
        </p:nvSpPr>
        <p:spPr>
          <a:xfrm flipV="1">
            <a:off x="4701468" y="410806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136DB5D1-AEE1-D0CA-A5E3-6C90E0DECE12}"/>
              </a:ext>
            </a:extLst>
          </p:cNvPr>
          <p:cNvSpPr/>
          <p:nvPr/>
        </p:nvSpPr>
        <p:spPr>
          <a:xfrm flipV="1">
            <a:off x="7076368" y="410806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95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4A54-B1F9-5D3B-59C9-98721DCE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グラフィックス 2">
            <a:extLst>
              <a:ext uri="{FF2B5EF4-FFF2-40B4-BE49-F238E27FC236}">
                <a16:creationId xmlns:a16="http://schemas.microsoft.com/office/drawing/2014/main" id="{14CE7EA3-10A3-7B3A-0E41-C7B39555ED69}"/>
              </a:ext>
            </a:extLst>
          </p:cNvPr>
          <p:cNvSpPr/>
          <p:nvPr/>
        </p:nvSpPr>
        <p:spPr>
          <a:xfrm>
            <a:off x="2198887" y="3105567"/>
            <a:ext cx="496662" cy="1167565"/>
          </a:xfrm>
          <a:custGeom>
            <a:avLst/>
            <a:gdLst>
              <a:gd name="connsiteX0" fmla="*/ 321939 w 1054395"/>
              <a:gd name="connsiteY0" fmla="*/ 2456442 h 2478698"/>
              <a:gd name="connsiteX1" fmla="*/ 252400 w 1054395"/>
              <a:gd name="connsiteY1" fmla="*/ 1587617 h 2478698"/>
              <a:gd name="connsiteX2" fmla="*/ 240089 w 1054395"/>
              <a:gd name="connsiteY2" fmla="*/ 801923 h 2478698"/>
              <a:gd name="connsiteX3" fmla="*/ 179098 w 1054395"/>
              <a:gd name="connsiteY3" fmla="*/ 1222975 h 2478698"/>
              <a:gd name="connsiteX4" fmla="*/ 95544 w 1054395"/>
              <a:gd name="connsiteY4" fmla="*/ 1521713 h 2478698"/>
              <a:gd name="connsiteX5" fmla="*/ 154632 w 1054395"/>
              <a:gd name="connsiteY5" fmla="*/ 615727 h 2478698"/>
              <a:gd name="connsiteX6" fmla="*/ 919062 w 1054395"/>
              <a:gd name="connsiteY6" fmla="*/ 636486 h 2478698"/>
              <a:gd name="connsiteX7" fmla="*/ 964337 w 1054395"/>
              <a:gd name="connsiteY7" fmla="*/ 1521713 h 2478698"/>
              <a:gd name="connsiteX8" fmla="*/ 875483 w 1054395"/>
              <a:gd name="connsiteY8" fmla="*/ 1228255 h 2478698"/>
              <a:gd name="connsiteX9" fmla="*/ 821434 w 1054395"/>
              <a:gd name="connsiteY9" fmla="*/ 807764 h 2478698"/>
              <a:gd name="connsiteX10" fmla="*/ 810578 w 1054395"/>
              <a:gd name="connsiteY10" fmla="*/ 1593965 h 2478698"/>
              <a:gd name="connsiteX11" fmla="*/ 797213 w 1054395"/>
              <a:gd name="connsiteY11" fmla="*/ 2405128 h 2478698"/>
              <a:gd name="connsiteX12" fmla="*/ 625512 w 1054395"/>
              <a:gd name="connsiteY12" fmla="*/ 2455416 h 2478698"/>
              <a:gd name="connsiteX13" fmla="*/ 550960 w 1054395"/>
              <a:gd name="connsiteY13" fmla="*/ 1891669 h 2478698"/>
              <a:gd name="connsiteX14" fmla="*/ 502130 w 1054395"/>
              <a:gd name="connsiteY14" fmla="*/ 1900859 h 2478698"/>
              <a:gd name="connsiteX15" fmla="*/ 321939 w 1054395"/>
              <a:gd name="connsiteY15" fmla="*/ 2456442 h 2478698"/>
              <a:gd name="connsiteX16" fmla="*/ 440511 w 1054395"/>
              <a:gd name="connsiteY16" fmla="*/ 446051 h 2478698"/>
              <a:gd name="connsiteX17" fmla="*/ 297479 w 1054395"/>
              <a:gd name="connsiteY17" fmla="*/ 187926 h 2478698"/>
              <a:gd name="connsiteX18" fmla="*/ 743836 w 1054395"/>
              <a:gd name="connsiteY18" fmla="*/ 144430 h 2478698"/>
              <a:gd name="connsiteX19" fmla="*/ 440511 w 1054395"/>
              <a:gd name="connsiteY19" fmla="*/ 446051 h 247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54395" h="2478698">
                <a:moveTo>
                  <a:pt x="321939" y="2456442"/>
                </a:moveTo>
                <a:cubicBezTo>
                  <a:pt x="250372" y="2427572"/>
                  <a:pt x="252400" y="2452898"/>
                  <a:pt x="252400" y="1587617"/>
                </a:cubicBezTo>
                <a:cubicBezTo>
                  <a:pt x="252400" y="1084515"/>
                  <a:pt x="247850" y="794148"/>
                  <a:pt x="240089" y="801923"/>
                </a:cubicBezTo>
                <a:cubicBezTo>
                  <a:pt x="205545" y="836523"/>
                  <a:pt x="185010" y="978291"/>
                  <a:pt x="179098" y="1222975"/>
                </a:cubicBezTo>
                <a:cubicBezTo>
                  <a:pt x="172405" y="1499957"/>
                  <a:pt x="166321" y="1521713"/>
                  <a:pt x="95544" y="1521713"/>
                </a:cubicBezTo>
                <a:cubicBezTo>
                  <a:pt x="-60525" y="1521713"/>
                  <a:pt x="-14491" y="815878"/>
                  <a:pt x="154632" y="615727"/>
                </a:cubicBezTo>
                <a:cubicBezTo>
                  <a:pt x="283670" y="463015"/>
                  <a:pt x="802056" y="477094"/>
                  <a:pt x="919062" y="636486"/>
                </a:cubicBezTo>
                <a:cubicBezTo>
                  <a:pt x="1071964" y="844782"/>
                  <a:pt x="1106587" y="1521713"/>
                  <a:pt x="964337" y="1521713"/>
                </a:cubicBezTo>
                <a:cubicBezTo>
                  <a:pt x="883148" y="1521713"/>
                  <a:pt x="875483" y="1496401"/>
                  <a:pt x="875483" y="1228255"/>
                </a:cubicBezTo>
                <a:cubicBezTo>
                  <a:pt x="875483" y="992006"/>
                  <a:pt x="851800" y="807764"/>
                  <a:pt x="821434" y="807764"/>
                </a:cubicBezTo>
                <a:cubicBezTo>
                  <a:pt x="815463" y="807764"/>
                  <a:pt x="810578" y="1161553"/>
                  <a:pt x="810578" y="1593965"/>
                </a:cubicBezTo>
                <a:cubicBezTo>
                  <a:pt x="810578" y="2108359"/>
                  <a:pt x="805957" y="2388798"/>
                  <a:pt x="797213" y="2405128"/>
                </a:cubicBezTo>
                <a:cubicBezTo>
                  <a:pt x="769135" y="2457597"/>
                  <a:pt x="684621" y="2482352"/>
                  <a:pt x="625512" y="2455416"/>
                </a:cubicBezTo>
                <a:cubicBezTo>
                  <a:pt x="558506" y="2424885"/>
                  <a:pt x="557918" y="2420433"/>
                  <a:pt x="550960" y="1891669"/>
                </a:cubicBezTo>
                <a:cubicBezTo>
                  <a:pt x="541239" y="1152834"/>
                  <a:pt x="507145" y="1159252"/>
                  <a:pt x="502130" y="1900859"/>
                </a:cubicBezTo>
                <a:cubicBezTo>
                  <a:pt x="498254" y="2474161"/>
                  <a:pt x="482928" y="2521411"/>
                  <a:pt x="321939" y="2456442"/>
                </a:cubicBezTo>
                <a:close/>
                <a:moveTo>
                  <a:pt x="440511" y="446051"/>
                </a:moveTo>
                <a:cubicBezTo>
                  <a:pt x="334212" y="397761"/>
                  <a:pt x="277537" y="295482"/>
                  <a:pt x="297479" y="187926"/>
                </a:cubicBezTo>
                <a:cubicBezTo>
                  <a:pt x="339285" y="-37565"/>
                  <a:pt x="671831" y="-69970"/>
                  <a:pt x="743836" y="144430"/>
                </a:cubicBezTo>
                <a:cubicBezTo>
                  <a:pt x="812244" y="348121"/>
                  <a:pt x="628072" y="531258"/>
                  <a:pt x="440511" y="446051"/>
                </a:cubicBezTo>
                <a:close/>
              </a:path>
            </a:pathLst>
          </a:custGeom>
          <a:solidFill>
            <a:srgbClr val="000000"/>
          </a:solidFill>
          <a:ln w="1293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45C4F5D8-AF50-6170-E5E6-EDB69C217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4470" y="3092867"/>
            <a:ext cx="1045875" cy="11675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3672F79-D853-E0F1-04AC-CE85AC02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815" y="3105567"/>
            <a:ext cx="1161547" cy="11675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F1B90AB-F542-B9B8-D2A9-EE7DF15AC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216" y="3105568"/>
            <a:ext cx="1305278" cy="11675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04DAE07F-66B9-A23D-0C02-1229AF655CDB}"/>
              </a:ext>
            </a:extLst>
          </p:cNvPr>
          <p:cNvSpPr/>
          <p:nvPr/>
        </p:nvSpPr>
        <p:spPr>
          <a:xfrm>
            <a:off x="2495550" y="1758938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E7970D54-936A-332E-ADAA-1EB21F2E9460}"/>
              </a:ext>
            </a:extLst>
          </p:cNvPr>
          <p:cNvSpPr/>
          <p:nvPr/>
        </p:nvSpPr>
        <p:spPr>
          <a:xfrm>
            <a:off x="4711700" y="175260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2D18F82A-EFB9-724C-6583-F3D378F9F581}"/>
              </a:ext>
            </a:extLst>
          </p:cNvPr>
          <p:cNvSpPr/>
          <p:nvPr/>
        </p:nvSpPr>
        <p:spPr>
          <a:xfrm>
            <a:off x="7086600" y="175260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A3592562-B762-EC32-1635-FA1F92A60C43}"/>
              </a:ext>
            </a:extLst>
          </p:cNvPr>
          <p:cNvSpPr/>
          <p:nvPr/>
        </p:nvSpPr>
        <p:spPr>
          <a:xfrm flipV="1">
            <a:off x="2485318" y="4400550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52463CC9-E2B5-AB92-CE49-AE60CB2D7E2D}"/>
              </a:ext>
            </a:extLst>
          </p:cNvPr>
          <p:cNvSpPr/>
          <p:nvPr/>
        </p:nvSpPr>
        <p:spPr>
          <a:xfrm flipV="1">
            <a:off x="4701468" y="440651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E45684AC-2B91-4B76-F833-252A55067458}"/>
              </a:ext>
            </a:extLst>
          </p:cNvPr>
          <p:cNvSpPr/>
          <p:nvPr/>
        </p:nvSpPr>
        <p:spPr>
          <a:xfrm flipV="1">
            <a:off x="7076368" y="440651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D6631E5-AFDF-B8D5-8972-B76E957BC697}"/>
              </a:ext>
            </a:extLst>
          </p:cNvPr>
          <p:cNvGrpSpPr/>
          <p:nvPr/>
        </p:nvGrpSpPr>
        <p:grpSpPr>
          <a:xfrm>
            <a:off x="2845175" y="1422332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雲 19">
              <a:extLst>
                <a:ext uri="{FF2B5EF4-FFF2-40B4-BE49-F238E27FC236}">
                  <a16:creationId xmlns:a16="http://schemas.microsoft.com/office/drawing/2014/main" id="{84DA211B-EE66-DF81-8399-134864061819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A08381E-8976-3A4A-B080-99908B51BC23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Answer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B5A9482-875B-E6EE-9195-965C47C5F73C}"/>
              </a:ext>
            </a:extLst>
          </p:cNvPr>
          <p:cNvGrpSpPr/>
          <p:nvPr/>
        </p:nvGrpSpPr>
        <p:grpSpPr>
          <a:xfrm>
            <a:off x="5061325" y="1428253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雲 19">
              <a:extLst>
                <a:ext uri="{FF2B5EF4-FFF2-40B4-BE49-F238E27FC236}">
                  <a16:creationId xmlns:a16="http://schemas.microsoft.com/office/drawing/2014/main" id="{7221AF0A-FFFE-3D0E-4B12-3A718E215C0A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979B852-E3CA-1871-68B9-7D885786BA20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Answer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145982D0-6544-AB5C-C2B6-C85AAAE049EE}"/>
              </a:ext>
            </a:extLst>
          </p:cNvPr>
          <p:cNvGrpSpPr/>
          <p:nvPr/>
        </p:nvGrpSpPr>
        <p:grpSpPr>
          <a:xfrm>
            <a:off x="7436225" y="1422332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雲 19">
              <a:extLst>
                <a:ext uri="{FF2B5EF4-FFF2-40B4-BE49-F238E27FC236}">
                  <a16:creationId xmlns:a16="http://schemas.microsoft.com/office/drawing/2014/main" id="{D1152D39-9974-BF5B-540B-4492B260F269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92F1269-B526-BE1B-29C5-D41F05CED67A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Query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E824C002-C133-3452-C26D-F1AF74D39BEA}"/>
              </a:ext>
            </a:extLst>
          </p:cNvPr>
          <p:cNvGrpSpPr/>
          <p:nvPr/>
        </p:nvGrpSpPr>
        <p:grpSpPr>
          <a:xfrm>
            <a:off x="7444507" y="5341883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雲 19">
              <a:extLst>
                <a:ext uri="{FF2B5EF4-FFF2-40B4-BE49-F238E27FC236}">
                  <a16:creationId xmlns:a16="http://schemas.microsoft.com/office/drawing/2014/main" id="{F379F518-FA24-CBF2-FB06-4326DBD99521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6C371DA-7D34-6A5B-5B61-3C7CD243E2B8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3675F835-A7E4-8FE8-5483-1207E9982456}"/>
              </a:ext>
            </a:extLst>
          </p:cNvPr>
          <p:cNvGrpSpPr/>
          <p:nvPr/>
        </p:nvGrpSpPr>
        <p:grpSpPr>
          <a:xfrm>
            <a:off x="5061325" y="5334213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雲 19">
              <a:extLst>
                <a:ext uri="{FF2B5EF4-FFF2-40B4-BE49-F238E27FC236}">
                  <a16:creationId xmlns:a16="http://schemas.microsoft.com/office/drawing/2014/main" id="{5EE41B3F-5F09-38D6-A701-71B87ACAB2F9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3772A06D-7EBD-EEDB-453B-F28B3E88CEF9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845A643-3560-2E7F-2592-34EC54B0AD82}"/>
              </a:ext>
            </a:extLst>
          </p:cNvPr>
          <p:cNvGrpSpPr/>
          <p:nvPr/>
        </p:nvGrpSpPr>
        <p:grpSpPr>
          <a:xfrm>
            <a:off x="2754187" y="5338040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雲 19">
              <a:extLst>
                <a:ext uri="{FF2B5EF4-FFF2-40B4-BE49-F238E27FC236}">
                  <a16:creationId xmlns:a16="http://schemas.microsoft.com/office/drawing/2014/main" id="{90F5083F-0994-C786-9E10-40143EBD110C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AB41EA38-983D-378B-C24A-4DE81947F409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35" name="フローチャート: 書類 34">
            <a:extLst>
              <a:ext uri="{FF2B5EF4-FFF2-40B4-BE49-F238E27FC236}">
                <a16:creationId xmlns:a16="http://schemas.microsoft.com/office/drawing/2014/main" id="{F3A92A78-B75F-9E31-D273-9E34FEEE3814}"/>
              </a:ext>
            </a:extLst>
          </p:cNvPr>
          <p:cNvSpPr/>
          <p:nvPr/>
        </p:nvSpPr>
        <p:spPr>
          <a:xfrm>
            <a:off x="6451939" y="580222"/>
            <a:ext cx="833437" cy="575478"/>
          </a:xfrm>
          <a:prstGeom prst="flowChartDocumen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  <a:p>
            <a:pPr algn="ctr"/>
            <a:r>
              <a:rPr lang="ja-JP" alt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ja-JP" alt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ja-JP" altLang="en-US" sz="1200" b="1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E53F5E13-49F7-63F2-FE0E-18D19AEB6664}"/>
              </a:ext>
            </a:extLst>
          </p:cNvPr>
          <p:cNvCxnSpPr/>
          <p:nvPr/>
        </p:nvCxnSpPr>
        <p:spPr>
          <a:xfrm>
            <a:off x="6868658" y="1301750"/>
            <a:ext cx="0" cy="1657362"/>
          </a:xfrm>
          <a:prstGeom prst="straightConnector1">
            <a:avLst/>
          </a:pr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0125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5CFD-D358-2426-CE3F-2203305F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グラフィックス 2">
            <a:extLst>
              <a:ext uri="{FF2B5EF4-FFF2-40B4-BE49-F238E27FC236}">
                <a16:creationId xmlns:a16="http://schemas.microsoft.com/office/drawing/2014/main" id="{BF5F992A-898F-6455-5F9B-392F6FED8030}"/>
              </a:ext>
            </a:extLst>
          </p:cNvPr>
          <p:cNvSpPr/>
          <p:nvPr/>
        </p:nvSpPr>
        <p:spPr>
          <a:xfrm>
            <a:off x="2198887" y="3105567"/>
            <a:ext cx="496662" cy="1167565"/>
          </a:xfrm>
          <a:custGeom>
            <a:avLst/>
            <a:gdLst>
              <a:gd name="connsiteX0" fmla="*/ 321939 w 1054395"/>
              <a:gd name="connsiteY0" fmla="*/ 2456442 h 2478698"/>
              <a:gd name="connsiteX1" fmla="*/ 252400 w 1054395"/>
              <a:gd name="connsiteY1" fmla="*/ 1587617 h 2478698"/>
              <a:gd name="connsiteX2" fmla="*/ 240089 w 1054395"/>
              <a:gd name="connsiteY2" fmla="*/ 801923 h 2478698"/>
              <a:gd name="connsiteX3" fmla="*/ 179098 w 1054395"/>
              <a:gd name="connsiteY3" fmla="*/ 1222975 h 2478698"/>
              <a:gd name="connsiteX4" fmla="*/ 95544 w 1054395"/>
              <a:gd name="connsiteY4" fmla="*/ 1521713 h 2478698"/>
              <a:gd name="connsiteX5" fmla="*/ 154632 w 1054395"/>
              <a:gd name="connsiteY5" fmla="*/ 615727 h 2478698"/>
              <a:gd name="connsiteX6" fmla="*/ 919062 w 1054395"/>
              <a:gd name="connsiteY6" fmla="*/ 636486 h 2478698"/>
              <a:gd name="connsiteX7" fmla="*/ 964337 w 1054395"/>
              <a:gd name="connsiteY7" fmla="*/ 1521713 h 2478698"/>
              <a:gd name="connsiteX8" fmla="*/ 875483 w 1054395"/>
              <a:gd name="connsiteY8" fmla="*/ 1228255 h 2478698"/>
              <a:gd name="connsiteX9" fmla="*/ 821434 w 1054395"/>
              <a:gd name="connsiteY9" fmla="*/ 807764 h 2478698"/>
              <a:gd name="connsiteX10" fmla="*/ 810578 w 1054395"/>
              <a:gd name="connsiteY10" fmla="*/ 1593965 h 2478698"/>
              <a:gd name="connsiteX11" fmla="*/ 797213 w 1054395"/>
              <a:gd name="connsiteY11" fmla="*/ 2405128 h 2478698"/>
              <a:gd name="connsiteX12" fmla="*/ 625512 w 1054395"/>
              <a:gd name="connsiteY12" fmla="*/ 2455416 h 2478698"/>
              <a:gd name="connsiteX13" fmla="*/ 550960 w 1054395"/>
              <a:gd name="connsiteY13" fmla="*/ 1891669 h 2478698"/>
              <a:gd name="connsiteX14" fmla="*/ 502130 w 1054395"/>
              <a:gd name="connsiteY14" fmla="*/ 1900859 h 2478698"/>
              <a:gd name="connsiteX15" fmla="*/ 321939 w 1054395"/>
              <a:gd name="connsiteY15" fmla="*/ 2456442 h 2478698"/>
              <a:gd name="connsiteX16" fmla="*/ 440511 w 1054395"/>
              <a:gd name="connsiteY16" fmla="*/ 446051 h 2478698"/>
              <a:gd name="connsiteX17" fmla="*/ 297479 w 1054395"/>
              <a:gd name="connsiteY17" fmla="*/ 187926 h 2478698"/>
              <a:gd name="connsiteX18" fmla="*/ 743836 w 1054395"/>
              <a:gd name="connsiteY18" fmla="*/ 144430 h 2478698"/>
              <a:gd name="connsiteX19" fmla="*/ 440511 w 1054395"/>
              <a:gd name="connsiteY19" fmla="*/ 446051 h 247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54395" h="2478698">
                <a:moveTo>
                  <a:pt x="321939" y="2456442"/>
                </a:moveTo>
                <a:cubicBezTo>
                  <a:pt x="250372" y="2427572"/>
                  <a:pt x="252400" y="2452898"/>
                  <a:pt x="252400" y="1587617"/>
                </a:cubicBezTo>
                <a:cubicBezTo>
                  <a:pt x="252400" y="1084515"/>
                  <a:pt x="247850" y="794148"/>
                  <a:pt x="240089" y="801923"/>
                </a:cubicBezTo>
                <a:cubicBezTo>
                  <a:pt x="205545" y="836523"/>
                  <a:pt x="185010" y="978291"/>
                  <a:pt x="179098" y="1222975"/>
                </a:cubicBezTo>
                <a:cubicBezTo>
                  <a:pt x="172405" y="1499957"/>
                  <a:pt x="166321" y="1521713"/>
                  <a:pt x="95544" y="1521713"/>
                </a:cubicBezTo>
                <a:cubicBezTo>
                  <a:pt x="-60525" y="1521713"/>
                  <a:pt x="-14491" y="815878"/>
                  <a:pt x="154632" y="615727"/>
                </a:cubicBezTo>
                <a:cubicBezTo>
                  <a:pt x="283670" y="463015"/>
                  <a:pt x="802056" y="477094"/>
                  <a:pt x="919062" y="636486"/>
                </a:cubicBezTo>
                <a:cubicBezTo>
                  <a:pt x="1071964" y="844782"/>
                  <a:pt x="1106587" y="1521713"/>
                  <a:pt x="964337" y="1521713"/>
                </a:cubicBezTo>
                <a:cubicBezTo>
                  <a:pt x="883148" y="1521713"/>
                  <a:pt x="875483" y="1496401"/>
                  <a:pt x="875483" y="1228255"/>
                </a:cubicBezTo>
                <a:cubicBezTo>
                  <a:pt x="875483" y="992006"/>
                  <a:pt x="851800" y="807764"/>
                  <a:pt x="821434" y="807764"/>
                </a:cubicBezTo>
                <a:cubicBezTo>
                  <a:pt x="815463" y="807764"/>
                  <a:pt x="810578" y="1161553"/>
                  <a:pt x="810578" y="1593965"/>
                </a:cubicBezTo>
                <a:cubicBezTo>
                  <a:pt x="810578" y="2108359"/>
                  <a:pt x="805957" y="2388798"/>
                  <a:pt x="797213" y="2405128"/>
                </a:cubicBezTo>
                <a:cubicBezTo>
                  <a:pt x="769135" y="2457597"/>
                  <a:pt x="684621" y="2482352"/>
                  <a:pt x="625512" y="2455416"/>
                </a:cubicBezTo>
                <a:cubicBezTo>
                  <a:pt x="558506" y="2424885"/>
                  <a:pt x="557918" y="2420433"/>
                  <a:pt x="550960" y="1891669"/>
                </a:cubicBezTo>
                <a:cubicBezTo>
                  <a:pt x="541239" y="1152834"/>
                  <a:pt x="507145" y="1159252"/>
                  <a:pt x="502130" y="1900859"/>
                </a:cubicBezTo>
                <a:cubicBezTo>
                  <a:pt x="498254" y="2474161"/>
                  <a:pt x="482928" y="2521411"/>
                  <a:pt x="321939" y="2456442"/>
                </a:cubicBezTo>
                <a:close/>
                <a:moveTo>
                  <a:pt x="440511" y="446051"/>
                </a:moveTo>
                <a:cubicBezTo>
                  <a:pt x="334212" y="397761"/>
                  <a:pt x="277537" y="295482"/>
                  <a:pt x="297479" y="187926"/>
                </a:cubicBezTo>
                <a:cubicBezTo>
                  <a:pt x="339285" y="-37565"/>
                  <a:pt x="671831" y="-69970"/>
                  <a:pt x="743836" y="144430"/>
                </a:cubicBezTo>
                <a:cubicBezTo>
                  <a:pt x="812244" y="348121"/>
                  <a:pt x="628072" y="531258"/>
                  <a:pt x="440511" y="446051"/>
                </a:cubicBezTo>
                <a:close/>
              </a:path>
            </a:pathLst>
          </a:custGeom>
          <a:solidFill>
            <a:srgbClr val="000000"/>
          </a:solidFill>
          <a:ln w="1293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5D264856-17CB-2135-4155-0B8796660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4470" y="3092867"/>
            <a:ext cx="1045875" cy="11675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707BB39-F1DD-2D54-BF1B-E91E17B6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815" y="3105567"/>
            <a:ext cx="1161547" cy="11675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434DC88-6A54-E774-4923-7FE4211B6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216" y="3105568"/>
            <a:ext cx="1305278" cy="11675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A2F14780-A427-27A2-008F-EDAE23A479E6}"/>
              </a:ext>
            </a:extLst>
          </p:cNvPr>
          <p:cNvSpPr/>
          <p:nvPr/>
        </p:nvSpPr>
        <p:spPr>
          <a:xfrm>
            <a:off x="2495550" y="1758938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EAAD9D41-7FDC-07C9-FBED-4BDCFCB3F19B}"/>
              </a:ext>
            </a:extLst>
          </p:cNvPr>
          <p:cNvSpPr/>
          <p:nvPr/>
        </p:nvSpPr>
        <p:spPr>
          <a:xfrm>
            <a:off x="4711700" y="175260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71D13AFD-7B17-E7F1-6BC1-53AD50F0F4F6}"/>
              </a:ext>
            </a:extLst>
          </p:cNvPr>
          <p:cNvSpPr/>
          <p:nvPr/>
        </p:nvSpPr>
        <p:spPr>
          <a:xfrm>
            <a:off x="7214184" y="1752600"/>
            <a:ext cx="1949450" cy="1174762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654F2423-8DEA-55CB-BBB6-984CEC381213}"/>
              </a:ext>
            </a:extLst>
          </p:cNvPr>
          <p:cNvSpPr/>
          <p:nvPr/>
        </p:nvSpPr>
        <p:spPr>
          <a:xfrm flipV="1">
            <a:off x="2485318" y="4400550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BAA2F310-A8F0-5F08-A1D6-5DCF65ABF04F}"/>
              </a:ext>
            </a:extLst>
          </p:cNvPr>
          <p:cNvSpPr/>
          <p:nvPr/>
        </p:nvSpPr>
        <p:spPr>
          <a:xfrm flipV="1">
            <a:off x="4701468" y="440651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CB7B0EA8-9E09-5927-6F81-177D690E7A2C}"/>
              </a:ext>
            </a:extLst>
          </p:cNvPr>
          <p:cNvSpPr/>
          <p:nvPr/>
        </p:nvSpPr>
        <p:spPr>
          <a:xfrm flipV="1">
            <a:off x="7203952" y="4406513"/>
            <a:ext cx="1949450" cy="1105181"/>
          </a:xfrm>
          <a:custGeom>
            <a:avLst/>
            <a:gdLst>
              <a:gd name="csX0" fmla="*/ 0 w 1949450"/>
              <a:gd name="csY0" fmla="*/ 1155712 h 1174762"/>
              <a:gd name="csX1" fmla="*/ 1003300 w 1949450"/>
              <a:gd name="csY1" fmla="*/ 12 h 1174762"/>
              <a:gd name="csX2" fmla="*/ 1949450 w 1949450"/>
              <a:gd name="csY2" fmla="*/ 1174762 h 117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49450" h="1174762">
                <a:moveTo>
                  <a:pt x="0" y="1155712"/>
                </a:moveTo>
                <a:cubicBezTo>
                  <a:pt x="339196" y="576274"/>
                  <a:pt x="678392" y="-3163"/>
                  <a:pt x="1003300" y="12"/>
                </a:cubicBezTo>
                <a:cubicBezTo>
                  <a:pt x="1328208" y="3187"/>
                  <a:pt x="1638829" y="588974"/>
                  <a:pt x="1949450" y="1174762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triangl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26800E7-5D12-5F10-87A9-F155034163F0}"/>
              </a:ext>
            </a:extLst>
          </p:cNvPr>
          <p:cNvGrpSpPr/>
          <p:nvPr/>
        </p:nvGrpSpPr>
        <p:grpSpPr>
          <a:xfrm>
            <a:off x="2691811" y="1268041"/>
            <a:ext cx="1698556" cy="878123"/>
            <a:chOff x="3910076" y="557801"/>
            <a:chExt cx="1831171" cy="13935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雲 19">
              <a:extLst>
                <a:ext uri="{FF2B5EF4-FFF2-40B4-BE49-F238E27FC236}">
                  <a16:creationId xmlns:a16="http://schemas.microsoft.com/office/drawing/2014/main" id="{28CF04FD-51FA-3B60-97B5-D5286A0C37AD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2439C63A-4164-88DE-D347-E283FA5DEC70}"/>
                </a:ext>
              </a:extLst>
            </p:cNvPr>
            <p:cNvSpPr txBox="1"/>
            <p:nvPr/>
          </p:nvSpPr>
          <p:spPr>
            <a:xfrm>
              <a:off x="4062185" y="557801"/>
              <a:ext cx="1551215" cy="13935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Question + Answer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0C136BA-DDB2-28C3-9494-39F50E465F61}"/>
              </a:ext>
            </a:extLst>
          </p:cNvPr>
          <p:cNvGrpSpPr/>
          <p:nvPr/>
        </p:nvGrpSpPr>
        <p:grpSpPr>
          <a:xfrm>
            <a:off x="5061325" y="1428253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雲 19">
              <a:extLst>
                <a:ext uri="{FF2B5EF4-FFF2-40B4-BE49-F238E27FC236}">
                  <a16:creationId xmlns:a16="http://schemas.microsoft.com/office/drawing/2014/main" id="{0F713AAD-10FE-265A-F3EE-6AE775EE9CFE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6C48AB7-0108-7978-7C9E-8D48A7379A79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Answer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B78B7F2-8ED5-8318-073B-9C8ECDE18430}"/>
              </a:ext>
            </a:extLst>
          </p:cNvPr>
          <p:cNvGrpSpPr/>
          <p:nvPr/>
        </p:nvGrpSpPr>
        <p:grpSpPr>
          <a:xfrm>
            <a:off x="7563809" y="1422332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雲 19">
              <a:extLst>
                <a:ext uri="{FF2B5EF4-FFF2-40B4-BE49-F238E27FC236}">
                  <a16:creationId xmlns:a16="http://schemas.microsoft.com/office/drawing/2014/main" id="{ABE8B12C-0A06-23D1-54F1-D1C94164E5D4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73C8F9C-C1D1-F76F-3923-96BE91EBF230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Query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0778F8C-A61C-85C0-592C-D5E553CEBBC9}"/>
              </a:ext>
            </a:extLst>
          </p:cNvPr>
          <p:cNvGrpSpPr/>
          <p:nvPr/>
        </p:nvGrpSpPr>
        <p:grpSpPr>
          <a:xfrm>
            <a:off x="7572091" y="5341883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雲 19">
              <a:extLst>
                <a:ext uri="{FF2B5EF4-FFF2-40B4-BE49-F238E27FC236}">
                  <a16:creationId xmlns:a16="http://schemas.microsoft.com/office/drawing/2014/main" id="{307AD3E6-5568-2FDC-FEBF-885394388176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61DC676-0E35-B65A-0E1E-54FC30C0645C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DD0C28F-520B-43BD-6AED-3BC0A1873FED}"/>
              </a:ext>
            </a:extLst>
          </p:cNvPr>
          <p:cNvGrpSpPr/>
          <p:nvPr/>
        </p:nvGrpSpPr>
        <p:grpSpPr>
          <a:xfrm>
            <a:off x="2839247" y="5338040"/>
            <a:ext cx="1250200" cy="59703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雲 19">
              <a:extLst>
                <a:ext uri="{FF2B5EF4-FFF2-40B4-BE49-F238E27FC236}">
                  <a16:creationId xmlns:a16="http://schemas.microsoft.com/office/drawing/2014/main" id="{6454F3CE-FC85-CC63-5203-5EAF09D2B29A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5A96B53-C018-0973-90EE-822FAC5D832E}"/>
                </a:ext>
              </a:extLst>
            </p:cNvPr>
            <p:cNvSpPr txBox="1"/>
            <p:nvPr/>
          </p:nvSpPr>
          <p:spPr>
            <a:xfrm>
              <a:off x="4062185" y="756880"/>
              <a:ext cx="1551215" cy="995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</a:p>
            <a:p>
              <a:pPr algn="ctr"/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（</a:t>
              </a:r>
              <a:r>
                <a:rPr lang="en-US" altLang="ja-JP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Native</a:t>
              </a:r>
              <a:r>
                <a:rPr lang="ja-JP" altLang="en-US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）</a:t>
              </a:r>
              <a:endParaRPr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35" name="フローチャート: 書類 34">
            <a:extLst>
              <a:ext uri="{FF2B5EF4-FFF2-40B4-BE49-F238E27FC236}">
                <a16:creationId xmlns:a16="http://schemas.microsoft.com/office/drawing/2014/main" id="{197AAD61-0CE0-FA86-BF12-FDEED3E855CD}"/>
              </a:ext>
            </a:extLst>
          </p:cNvPr>
          <p:cNvSpPr/>
          <p:nvPr/>
        </p:nvSpPr>
        <p:spPr>
          <a:xfrm>
            <a:off x="6451939" y="580222"/>
            <a:ext cx="833437" cy="575478"/>
          </a:xfrm>
          <a:prstGeom prst="flowChartDocumen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  <a:p>
            <a:pPr algn="ctr"/>
            <a:r>
              <a:rPr lang="ja-JP" alt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ja-JP" alt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ja-JP" altLang="en-US" sz="1200" b="1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693F50B5-17DC-0B1D-D8F9-35AD231571E3}"/>
              </a:ext>
            </a:extLst>
          </p:cNvPr>
          <p:cNvCxnSpPr>
            <a:cxnSpLocks/>
          </p:cNvCxnSpPr>
          <p:nvPr/>
        </p:nvCxnSpPr>
        <p:spPr>
          <a:xfrm>
            <a:off x="6868658" y="1301750"/>
            <a:ext cx="0" cy="1641560"/>
          </a:xfrm>
          <a:prstGeom prst="straightConnector1">
            <a:avLst/>
          </a:prstGeom>
          <a:noFill/>
          <a:ln w="38100">
            <a:solidFill>
              <a:srgbClr val="FFC000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20D4CB6-DCF4-3FD3-B3A7-6D3BDCCFE819}"/>
              </a:ext>
            </a:extLst>
          </p:cNvPr>
          <p:cNvGrpSpPr/>
          <p:nvPr/>
        </p:nvGrpSpPr>
        <p:grpSpPr>
          <a:xfrm>
            <a:off x="3826539" y="3215618"/>
            <a:ext cx="741627" cy="354166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雲 19">
              <a:extLst>
                <a:ext uri="{FF2B5EF4-FFF2-40B4-BE49-F238E27FC236}">
                  <a16:creationId xmlns:a16="http://schemas.microsoft.com/office/drawing/2014/main" id="{F9FA039F-66D0-6928-75F7-EFFDDDB41479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B198A8A-AA3E-5F96-7CE5-CCAFCB437BD3}"/>
                </a:ext>
              </a:extLst>
            </p:cNvPr>
            <p:cNvSpPr txBox="1"/>
            <p:nvPr/>
          </p:nvSpPr>
          <p:spPr>
            <a:xfrm>
              <a:off x="4062185" y="1034783"/>
              <a:ext cx="1551215" cy="4395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200" b="1">
                  <a:latin typeface="Calibri" panose="020F0502020204030204" pitchFamily="34" charset="0"/>
                  <a:ea typeface="メイリオ" panose="020B0604030504040204" pitchFamily="50" charset="-128"/>
                  <a:cs typeface="Calibri" panose="020F0502020204030204" pitchFamily="34" charset="0"/>
                </a:rPr>
                <a:t>i18n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B7AF029-7885-DF13-8AEE-E9B79E2C3107}"/>
              </a:ext>
            </a:extLst>
          </p:cNvPr>
          <p:cNvGrpSpPr/>
          <p:nvPr/>
        </p:nvGrpSpPr>
        <p:grpSpPr>
          <a:xfrm>
            <a:off x="6220216" y="2255818"/>
            <a:ext cx="902870" cy="431168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雲 19">
              <a:extLst>
                <a:ext uri="{FF2B5EF4-FFF2-40B4-BE49-F238E27FC236}">
                  <a16:creationId xmlns:a16="http://schemas.microsoft.com/office/drawing/2014/main" id="{B4072D92-AA5D-C729-2BEF-593023813441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2C650A69-FAE4-1208-47E5-FF0F8E05EA00}"/>
                </a:ext>
              </a:extLst>
            </p:cNvPr>
            <p:cNvSpPr txBox="1"/>
            <p:nvPr/>
          </p:nvSpPr>
          <p:spPr>
            <a:xfrm>
              <a:off x="4062185" y="955959"/>
              <a:ext cx="1551215" cy="5972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200" b="1">
                  <a:latin typeface="Calibri" panose="020F0502020204030204" pitchFamily="34" charset="0"/>
                  <a:ea typeface="メイリオ" panose="020B0604030504040204" pitchFamily="50" charset="-128"/>
                  <a:cs typeface="Calibri" panose="020F0502020204030204" pitchFamily="34" charset="0"/>
                </a:rPr>
                <a:t>compose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46" name="楕円 45">
            <a:extLst>
              <a:ext uri="{FF2B5EF4-FFF2-40B4-BE49-F238E27FC236}">
                <a16:creationId xmlns:a16="http://schemas.microsoft.com/office/drawing/2014/main" id="{9E4331E8-965C-64E4-C7B2-62E1BD2F84C8}"/>
              </a:ext>
            </a:extLst>
          </p:cNvPr>
          <p:cNvSpPr/>
          <p:nvPr/>
        </p:nvSpPr>
        <p:spPr>
          <a:xfrm>
            <a:off x="2839430" y="1218435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85BB8C2E-DB77-45DE-B157-DB843105F768}"/>
              </a:ext>
            </a:extLst>
          </p:cNvPr>
          <p:cNvSpPr/>
          <p:nvPr/>
        </p:nvSpPr>
        <p:spPr>
          <a:xfrm>
            <a:off x="3842676" y="3106123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3061EA3-EAD8-AF36-163A-2A2BC5985FA0}"/>
              </a:ext>
            </a:extLst>
          </p:cNvPr>
          <p:cNvSpPr/>
          <p:nvPr/>
        </p:nvSpPr>
        <p:spPr>
          <a:xfrm>
            <a:off x="5224991" y="1301750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03543DAA-FF50-FCBC-DE8D-F1A09DA83B62}"/>
              </a:ext>
            </a:extLst>
          </p:cNvPr>
          <p:cNvSpPr/>
          <p:nvPr/>
        </p:nvSpPr>
        <p:spPr>
          <a:xfrm>
            <a:off x="6469849" y="2138595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150F4C2-7E3A-331E-113A-CF3EF04C8965}"/>
              </a:ext>
            </a:extLst>
          </p:cNvPr>
          <p:cNvSpPr/>
          <p:nvPr/>
        </p:nvSpPr>
        <p:spPr>
          <a:xfrm>
            <a:off x="7715092" y="1301750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687FD3D8-B5A4-C4EC-1E13-0C7BFACAF680}"/>
              </a:ext>
            </a:extLst>
          </p:cNvPr>
          <p:cNvGrpSpPr/>
          <p:nvPr/>
        </p:nvGrpSpPr>
        <p:grpSpPr>
          <a:xfrm>
            <a:off x="4494460" y="3715055"/>
            <a:ext cx="902870" cy="431168"/>
            <a:chOff x="3910076" y="632919"/>
            <a:chExt cx="1831171" cy="1287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雲 19">
              <a:extLst>
                <a:ext uri="{FF2B5EF4-FFF2-40B4-BE49-F238E27FC236}">
                  <a16:creationId xmlns:a16="http://schemas.microsoft.com/office/drawing/2014/main" id="{AB1EDEC0-16DC-B53C-2E2A-82C4D87C7939}"/>
                </a:ext>
              </a:extLst>
            </p:cNvPr>
            <p:cNvSpPr/>
            <p:nvPr/>
          </p:nvSpPr>
          <p:spPr>
            <a:xfrm rot="559544">
              <a:off x="3910076" y="632919"/>
              <a:ext cx="1831171" cy="1287268"/>
            </a:xfrm>
            <a:custGeom>
              <a:avLst/>
              <a:gdLst>
                <a:gd name="csX0" fmla="*/ 3900 w 43200"/>
                <a:gd name="csY0" fmla="*/ 14370 h 43200"/>
                <a:gd name="csX1" fmla="*/ 5623 w 43200"/>
                <a:gd name="csY1" fmla="*/ 6907 h 43200"/>
                <a:gd name="csX2" fmla="*/ 14005 w 43200"/>
                <a:gd name="csY2" fmla="*/ 5202 h 43200"/>
                <a:gd name="csX3" fmla="*/ 22456 w 43200"/>
                <a:gd name="csY3" fmla="*/ 3432 h 43200"/>
                <a:gd name="csX4" fmla="*/ 25749 w 43200"/>
                <a:gd name="csY4" fmla="*/ 200 h 43200"/>
                <a:gd name="csX5" fmla="*/ 29833 w 43200"/>
                <a:gd name="csY5" fmla="*/ 2481 h 43200"/>
                <a:gd name="csX6" fmla="*/ 35463 w 43200"/>
                <a:gd name="csY6" fmla="*/ 690 h 43200"/>
                <a:gd name="csX7" fmla="*/ 38318 w 43200"/>
                <a:gd name="csY7" fmla="*/ 5576 h 43200"/>
                <a:gd name="csX8" fmla="*/ 41982 w 43200"/>
                <a:gd name="csY8" fmla="*/ 10318 h 43200"/>
                <a:gd name="csX9" fmla="*/ 41818 w 43200"/>
                <a:gd name="csY9" fmla="*/ 15460 h 43200"/>
                <a:gd name="csX10" fmla="*/ 43016 w 43200"/>
                <a:gd name="csY10" fmla="*/ 23322 h 43200"/>
                <a:gd name="csX11" fmla="*/ 37404 w 43200"/>
                <a:gd name="csY11" fmla="*/ 30204 h 43200"/>
                <a:gd name="csX12" fmla="*/ 35395 w 43200"/>
                <a:gd name="csY12" fmla="*/ 36101 h 43200"/>
                <a:gd name="csX13" fmla="*/ 28555 w 43200"/>
                <a:gd name="csY13" fmla="*/ 36815 h 43200"/>
                <a:gd name="csX14" fmla="*/ 23667 w 43200"/>
                <a:gd name="csY14" fmla="*/ 43106 h 43200"/>
                <a:gd name="csX15" fmla="*/ 16480 w 43200"/>
                <a:gd name="csY15" fmla="*/ 39266 h 43200"/>
                <a:gd name="csX16" fmla="*/ 5804 w 43200"/>
                <a:gd name="csY16" fmla="*/ 35472 h 43200"/>
                <a:gd name="csX17" fmla="*/ 1110 w 43200"/>
                <a:gd name="csY17" fmla="*/ 31250 h 43200"/>
                <a:gd name="csX18" fmla="*/ 2113 w 43200"/>
                <a:gd name="csY18" fmla="*/ 25551 h 43200"/>
                <a:gd name="csX19" fmla="*/ -5 w 43200"/>
                <a:gd name="csY19" fmla="*/ 19704 h 43200"/>
                <a:gd name="csX20" fmla="*/ 3863 w 43200"/>
                <a:gd name="csY20" fmla="*/ 14507 h 43200"/>
                <a:gd name="csX21" fmla="*/ 3900 w 43200"/>
                <a:gd name="csY21" fmla="*/ 14370 h 43200"/>
                <a:gd name="csX0" fmla="*/ 4693 w 43200"/>
                <a:gd name="csY0" fmla="*/ 26177 h 43200"/>
                <a:gd name="csX1" fmla="*/ 2160 w 43200"/>
                <a:gd name="csY1" fmla="*/ 25380 h 43200"/>
                <a:gd name="csX2" fmla="*/ 6928 w 43200"/>
                <a:gd name="csY2" fmla="*/ 34899 h 43200"/>
                <a:gd name="csX3" fmla="*/ 5820 w 43200"/>
                <a:gd name="csY3" fmla="*/ 35280 h 43200"/>
                <a:gd name="csX4" fmla="*/ 16478 w 43200"/>
                <a:gd name="csY4" fmla="*/ 39090 h 43200"/>
                <a:gd name="csX5" fmla="*/ 15810 w 43200"/>
                <a:gd name="csY5" fmla="*/ 37350 h 43200"/>
                <a:gd name="csX6" fmla="*/ 28827 w 43200"/>
                <a:gd name="csY6" fmla="*/ 34751 h 43200"/>
                <a:gd name="csX7" fmla="*/ 28560 w 43200"/>
                <a:gd name="csY7" fmla="*/ 36660 h 43200"/>
                <a:gd name="csX8" fmla="*/ 34129 w 43200"/>
                <a:gd name="csY8" fmla="*/ 22954 h 43200"/>
                <a:gd name="csX9" fmla="*/ 37380 w 43200"/>
                <a:gd name="csY9" fmla="*/ 30090 h 43200"/>
                <a:gd name="csX10" fmla="*/ 41798 w 43200"/>
                <a:gd name="csY10" fmla="*/ 15354 h 43200"/>
                <a:gd name="csX11" fmla="*/ 40350 w 43200"/>
                <a:gd name="csY11" fmla="*/ 18030 h 43200"/>
                <a:gd name="csX12" fmla="*/ 38324 w 43200"/>
                <a:gd name="csY12" fmla="*/ 5426 h 43200"/>
                <a:gd name="csX13" fmla="*/ 38400 w 43200"/>
                <a:gd name="csY13" fmla="*/ 6690 h 43200"/>
                <a:gd name="csX14" fmla="*/ 29078 w 43200"/>
                <a:gd name="csY14" fmla="*/ 3952 h 43200"/>
                <a:gd name="csX15" fmla="*/ 29820 w 43200"/>
                <a:gd name="csY15" fmla="*/ 2340 h 43200"/>
                <a:gd name="csX16" fmla="*/ 22141 w 43200"/>
                <a:gd name="csY16" fmla="*/ 4720 h 43200"/>
                <a:gd name="csX17" fmla="*/ 22500 w 43200"/>
                <a:gd name="csY17" fmla="*/ 3330 h 43200"/>
                <a:gd name="csX18" fmla="*/ 14000 w 43200"/>
                <a:gd name="csY18" fmla="*/ 5192 h 43200"/>
                <a:gd name="csX19" fmla="*/ 15300 w 43200"/>
                <a:gd name="csY19" fmla="*/ 6540 h 43200"/>
                <a:gd name="csX20" fmla="*/ 4127 w 43200"/>
                <a:gd name="csY20" fmla="*/ 15789 h 43200"/>
                <a:gd name="csX21" fmla="*/ 3900 w 43200"/>
                <a:gd name="csY21" fmla="*/ 14370 h 43200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5554 w 43256"/>
                <a:gd name="csY8" fmla="*/ 24215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557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36788 w 43256"/>
                <a:gd name="csY8" fmla="*/ 26048 h 43219"/>
                <a:gd name="csX9" fmla="*/ 37416 w 43256"/>
                <a:gd name="csY9" fmla="*/ 29949 h 43219"/>
                <a:gd name="csX10" fmla="*/ 41834 w 43256"/>
                <a:gd name="csY10" fmla="*/ 15213 h 43219"/>
                <a:gd name="csX11" fmla="*/ 40386 w 43256"/>
                <a:gd name="csY11" fmla="*/ 17889 h 43219"/>
                <a:gd name="csX12" fmla="*/ 38360 w 43256"/>
                <a:gd name="csY12" fmla="*/ 5285 h 43219"/>
                <a:gd name="csX13" fmla="*/ 38436 w 43256"/>
                <a:gd name="csY13" fmla="*/ 6549 h 43219"/>
                <a:gd name="csX14" fmla="*/ 29114 w 43256"/>
                <a:gd name="csY14" fmla="*/ 3811 h 43219"/>
                <a:gd name="csX15" fmla="*/ 29856 w 43256"/>
                <a:gd name="csY15" fmla="*/ 2199 h 43219"/>
                <a:gd name="csX16" fmla="*/ 22177 w 43256"/>
                <a:gd name="csY16" fmla="*/ 4579 h 43219"/>
                <a:gd name="csX17" fmla="*/ 22536 w 43256"/>
                <a:gd name="csY17" fmla="*/ 3189 h 43219"/>
                <a:gd name="csX18" fmla="*/ 14036 w 43256"/>
                <a:gd name="csY18" fmla="*/ 5051 h 43219"/>
                <a:gd name="csX19" fmla="*/ 15336 w 43256"/>
                <a:gd name="csY19" fmla="*/ 6399 h 43219"/>
                <a:gd name="csX20" fmla="*/ 4163 w 43256"/>
                <a:gd name="csY20" fmla="*/ 15648 h 43219"/>
                <a:gd name="csX21" fmla="*/ 3936 w 43256"/>
                <a:gd name="csY21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729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196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778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2350 w 43256"/>
                <a:gd name="csY1" fmla="*/ 25670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3219"/>
                <a:gd name="csX1" fmla="*/ 5659 w 43256"/>
                <a:gd name="csY1" fmla="*/ 6766 h 43219"/>
                <a:gd name="csX2" fmla="*/ 14041 w 43256"/>
                <a:gd name="csY2" fmla="*/ 5061 h 43219"/>
                <a:gd name="csX3" fmla="*/ 22492 w 43256"/>
                <a:gd name="csY3" fmla="*/ 3291 h 43219"/>
                <a:gd name="csX4" fmla="*/ 25785 w 43256"/>
                <a:gd name="csY4" fmla="*/ 59 h 43219"/>
                <a:gd name="csX5" fmla="*/ 29869 w 43256"/>
                <a:gd name="csY5" fmla="*/ 2340 h 43219"/>
                <a:gd name="csX6" fmla="*/ 35499 w 43256"/>
                <a:gd name="csY6" fmla="*/ 549 h 43219"/>
                <a:gd name="csX7" fmla="*/ 38354 w 43256"/>
                <a:gd name="csY7" fmla="*/ 5435 h 43219"/>
                <a:gd name="csX8" fmla="*/ 42018 w 43256"/>
                <a:gd name="csY8" fmla="*/ 10177 h 43219"/>
                <a:gd name="csX9" fmla="*/ 41854 w 43256"/>
                <a:gd name="csY9" fmla="*/ 15319 h 43219"/>
                <a:gd name="csX10" fmla="*/ 43052 w 43256"/>
                <a:gd name="csY10" fmla="*/ 23181 h 43219"/>
                <a:gd name="csX11" fmla="*/ 37440 w 43256"/>
                <a:gd name="csY11" fmla="*/ 30063 h 43219"/>
                <a:gd name="csX12" fmla="*/ 35431 w 43256"/>
                <a:gd name="csY12" fmla="*/ 35960 h 43219"/>
                <a:gd name="csX13" fmla="*/ 28591 w 43256"/>
                <a:gd name="csY13" fmla="*/ 36674 h 43219"/>
                <a:gd name="csX14" fmla="*/ 23703 w 43256"/>
                <a:gd name="csY14" fmla="*/ 42965 h 43219"/>
                <a:gd name="csX15" fmla="*/ 16516 w 43256"/>
                <a:gd name="csY15" fmla="*/ 39125 h 43219"/>
                <a:gd name="csX16" fmla="*/ 5840 w 43256"/>
                <a:gd name="csY16" fmla="*/ 35331 h 43219"/>
                <a:gd name="csX17" fmla="*/ 1146 w 43256"/>
                <a:gd name="csY17" fmla="*/ 31109 h 43219"/>
                <a:gd name="csX18" fmla="*/ 2149 w 43256"/>
                <a:gd name="csY18" fmla="*/ 25410 h 43219"/>
                <a:gd name="csX19" fmla="*/ 31 w 43256"/>
                <a:gd name="csY19" fmla="*/ 19563 h 43219"/>
                <a:gd name="csX20" fmla="*/ 3899 w 43256"/>
                <a:gd name="csY20" fmla="*/ 14366 h 43219"/>
                <a:gd name="csX21" fmla="*/ 3936 w 43256"/>
                <a:gd name="csY21" fmla="*/ 14229 h 43219"/>
                <a:gd name="csX0" fmla="*/ 4343 w 43256"/>
                <a:gd name="csY0" fmla="*/ 26036 h 43219"/>
                <a:gd name="csX1" fmla="*/ 1810 w 43256"/>
                <a:gd name="csY1" fmla="*/ 25239 h 43219"/>
                <a:gd name="csX2" fmla="*/ 6964 w 43256"/>
                <a:gd name="csY2" fmla="*/ 34758 h 43219"/>
                <a:gd name="csX3" fmla="*/ 5856 w 43256"/>
                <a:gd name="csY3" fmla="*/ 35139 h 43219"/>
                <a:gd name="csX4" fmla="*/ 16514 w 43256"/>
                <a:gd name="csY4" fmla="*/ 38949 h 43219"/>
                <a:gd name="csX5" fmla="*/ 15846 w 43256"/>
                <a:gd name="csY5" fmla="*/ 37209 h 43219"/>
                <a:gd name="csX6" fmla="*/ 28863 w 43256"/>
                <a:gd name="csY6" fmla="*/ 34610 h 43219"/>
                <a:gd name="csX7" fmla="*/ 28596 w 43256"/>
                <a:gd name="csY7" fmla="*/ 36519 h 43219"/>
                <a:gd name="csX8" fmla="*/ 41834 w 43256"/>
                <a:gd name="csY8" fmla="*/ 15213 h 43219"/>
                <a:gd name="csX9" fmla="*/ 40386 w 43256"/>
                <a:gd name="csY9" fmla="*/ 17889 h 43219"/>
                <a:gd name="csX10" fmla="*/ 38360 w 43256"/>
                <a:gd name="csY10" fmla="*/ 5285 h 43219"/>
                <a:gd name="csX11" fmla="*/ 38436 w 43256"/>
                <a:gd name="csY11" fmla="*/ 6549 h 43219"/>
                <a:gd name="csX12" fmla="*/ 29114 w 43256"/>
                <a:gd name="csY12" fmla="*/ 3811 h 43219"/>
                <a:gd name="csX13" fmla="*/ 29856 w 43256"/>
                <a:gd name="csY13" fmla="*/ 2199 h 43219"/>
                <a:gd name="csX14" fmla="*/ 22177 w 43256"/>
                <a:gd name="csY14" fmla="*/ 4579 h 43219"/>
                <a:gd name="csX15" fmla="*/ 22536 w 43256"/>
                <a:gd name="csY15" fmla="*/ 3189 h 43219"/>
                <a:gd name="csX16" fmla="*/ 14036 w 43256"/>
                <a:gd name="csY16" fmla="*/ 5051 h 43219"/>
                <a:gd name="csX17" fmla="*/ 15336 w 43256"/>
                <a:gd name="csY17" fmla="*/ 6399 h 43219"/>
                <a:gd name="csX18" fmla="*/ 4163 w 43256"/>
                <a:gd name="csY18" fmla="*/ 15648 h 43219"/>
                <a:gd name="csX19" fmla="*/ 3936 w 43256"/>
                <a:gd name="csY19" fmla="*/ 14229 h 43219"/>
                <a:gd name="csX0" fmla="*/ 3936 w 43256"/>
                <a:gd name="csY0" fmla="*/ 14229 h 42558"/>
                <a:gd name="csX1" fmla="*/ 5659 w 43256"/>
                <a:gd name="csY1" fmla="*/ 6766 h 42558"/>
                <a:gd name="csX2" fmla="*/ 14041 w 43256"/>
                <a:gd name="csY2" fmla="*/ 5061 h 42558"/>
                <a:gd name="csX3" fmla="*/ 22492 w 43256"/>
                <a:gd name="csY3" fmla="*/ 3291 h 42558"/>
                <a:gd name="csX4" fmla="*/ 25785 w 43256"/>
                <a:gd name="csY4" fmla="*/ 59 h 42558"/>
                <a:gd name="csX5" fmla="*/ 29869 w 43256"/>
                <a:gd name="csY5" fmla="*/ 2340 h 42558"/>
                <a:gd name="csX6" fmla="*/ 35499 w 43256"/>
                <a:gd name="csY6" fmla="*/ 549 h 42558"/>
                <a:gd name="csX7" fmla="*/ 38354 w 43256"/>
                <a:gd name="csY7" fmla="*/ 5435 h 42558"/>
                <a:gd name="csX8" fmla="*/ 42018 w 43256"/>
                <a:gd name="csY8" fmla="*/ 10177 h 42558"/>
                <a:gd name="csX9" fmla="*/ 41854 w 43256"/>
                <a:gd name="csY9" fmla="*/ 15319 h 42558"/>
                <a:gd name="csX10" fmla="*/ 43052 w 43256"/>
                <a:gd name="csY10" fmla="*/ 23181 h 42558"/>
                <a:gd name="csX11" fmla="*/ 37440 w 43256"/>
                <a:gd name="csY11" fmla="*/ 30063 h 42558"/>
                <a:gd name="csX12" fmla="*/ 35431 w 43256"/>
                <a:gd name="csY12" fmla="*/ 35960 h 42558"/>
                <a:gd name="csX13" fmla="*/ 28591 w 43256"/>
                <a:gd name="csY13" fmla="*/ 36674 h 42558"/>
                <a:gd name="csX14" fmla="*/ 23626 w 43256"/>
                <a:gd name="csY14" fmla="*/ 42210 h 42558"/>
                <a:gd name="csX15" fmla="*/ 16516 w 43256"/>
                <a:gd name="csY15" fmla="*/ 39125 h 42558"/>
                <a:gd name="csX16" fmla="*/ 5840 w 43256"/>
                <a:gd name="csY16" fmla="*/ 35331 h 42558"/>
                <a:gd name="csX17" fmla="*/ 1146 w 43256"/>
                <a:gd name="csY17" fmla="*/ 31109 h 42558"/>
                <a:gd name="csX18" fmla="*/ 2149 w 43256"/>
                <a:gd name="csY18" fmla="*/ 25410 h 42558"/>
                <a:gd name="csX19" fmla="*/ 31 w 43256"/>
                <a:gd name="csY19" fmla="*/ 19563 h 42558"/>
                <a:gd name="csX20" fmla="*/ 3899 w 43256"/>
                <a:gd name="csY20" fmla="*/ 14366 h 42558"/>
                <a:gd name="csX21" fmla="*/ 3936 w 43256"/>
                <a:gd name="csY21" fmla="*/ 14229 h 42558"/>
                <a:gd name="csX0" fmla="*/ 4343 w 43256"/>
                <a:gd name="csY0" fmla="*/ 26036 h 42558"/>
                <a:gd name="csX1" fmla="*/ 1810 w 43256"/>
                <a:gd name="csY1" fmla="*/ 25239 h 42558"/>
                <a:gd name="csX2" fmla="*/ 6964 w 43256"/>
                <a:gd name="csY2" fmla="*/ 34758 h 42558"/>
                <a:gd name="csX3" fmla="*/ 5856 w 43256"/>
                <a:gd name="csY3" fmla="*/ 35139 h 42558"/>
                <a:gd name="csX4" fmla="*/ 16514 w 43256"/>
                <a:gd name="csY4" fmla="*/ 38949 h 42558"/>
                <a:gd name="csX5" fmla="*/ 15846 w 43256"/>
                <a:gd name="csY5" fmla="*/ 37209 h 42558"/>
                <a:gd name="csX6" fmla="*/ 28863 w 43256"/>
                <a:gd name="csY6" fmla="*/ 34610 h 42558"/>
                <a:gd name="csX7" fmla="*/ 28596 w 43256"/>
                <a:gd name="csY7" fmla="*/ 36519 h 42558"/>
                <a:gd name="csX8" fmla="*/ 41834 w 43256"/>
                <a:gd name="csY8" fmla="*/ 15213 h 42558"/>
                <a:gd name="csX9" fmla="*/ 40386 w 43256"/>
                <a:gd name="csY9" fmla="*/ 17889 h 42558"/>
                <a:gd name="csX10" fmla="*/ 38360 w 43256"/>
                <a:gd name="csY10" fmla="*/ 5285 h 42558"/>
                <a:gd name="csX11" fmla="*/ 38436 w 43256"/>
                <a:gd name="csY11" fmla="*/ 6549 h 42558"/>
                <a:gd name="csX12" fmla="*/ 29114 w 43256"/>
                <a:gd name="csY12" fmla="*/ 3811 h 42558"/>
                <a:gd name="csX13" fmla="*/ 29856 w 43256"/>
                <a:gd name="csY13" fmla="*/ 2199 h 42558"/>
                <a:gd name="csX14" fmla="*/ 22177 w 43256"/>
                <a:gd name="csY14" fmla="*/ 4579 h 42558"/>
                <a:gd name="csX15" fmla="*/ 22536 w 43256"/>
                <a:gd name="csY15" fmla="*/ 3189 h 42558"/>
                <a:gd name="csX16" fmla="*/ 14036 w 43256"/>
                <a:gd name="csY16" fmla="*/ 5051 h 42558"/>
                <a:gd name="csX17" fmla="*/ 15336 w 43256"/>
                <a:gd name="csY17" fmla="*/ 6399 h 42558"/>
                <a:gd name="csX18" fmla="*/ 4163 w 43256"/>
                <a:gd name="csY18" fmla="*/ 15648 h 42558"/>
                <a:gd name="csX19" fmla="*/ 3936 w 43256"/>
                <a:gd name="csY19" fmla="*/ 14229 h 42558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0386 w 43256"/>
                <a:gd name="csY9" fmla="*/ 1788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  <a:gd name="csX0" fmla="*/ 3936 w 43256"/>
                <a:gd name="csY0" fmla="*/ 14229 h 42512"/>
                <a:gd name="csX1" fmla="*/ 5659 w 43256"/>
                <a:gd name="csY1" fmla="*/ 6766 h 42512"/>
                <a:gd name="csX2" fmla="*/ 14041 w 43256"/>
                <a:gd name="csY2" fmla="*/ 5061 h 42512"/>
                <a:gd name="csX3" fmla="*/ 22492 w 43256"/>
                <a:gd name="csY3" fmla="*/ 3291 h 42512"/>
                <a:gd name="csX4" fmla="*/ 25785 w 43256"/>
                <a:gd name="csY4" fmla="*/ 59 h 42512"/>
                <a:gd name="csX5" fmla="*/ 29869 w 43256"/>
                <a:gd name="csY5" fmla="*/ 2340 h 42512"/>
                <a:gd name="csX6" fmla="*/ 35499 w 43256"/>
                <a:gd name="csY6" fmla="*/ 549 h 42512"/>
                <a:gd name="csX7" fmla="*/ 38354 w 43256"/>
                <a:gd name="csY7" fmla="*/ 5435 h 42512"/>
                <a:gd name="csX8" fmla="*/ 42018 w 43256"/>
                <a:gd name="csY8" fmla="*/ 10177 h 42512"/>
                <a:gd name="csX9" fmla="*/ 41854 w 43256"/>
                <a:gd name="csY9" fmla="*/ 15319 h 42512"/>
                <a:gd name="csX10" fmla="*/ 43052 w 43256"/>
                <a:gd name="csY10" fmla="*/ 23181 h 42512"/>
                <a:gd name="csX11" fmla="*/ 37440 w 43256"/>
                <a:gd name="csY11" fmla="*/ 30063 h 42512"/>
                <a:gd name="csX12" fmla="*/ 35431 w 43256"/>
                <a:gd name="csY12" fmla="*/ 35960 h 42512"/>
                <a:gd name="csX13" fmla="*/ 28591 w 43256"/>
                <a:gd name="csY13" fmla="*/ 36674 h 42512"/>
                <a:gd name="csX14" fmla="*/ 23626 w 43256"/>
                <a:gd name="csY14" fmla="*/ 42210 h 42512"/>
                <a:gd name="csX15" fmla="*/ 16516 w 43256"/>
                <a:gd name="csY15" fmla="*/ 39125 h 42512"/>
                <a:gd name="csX16" fmla="*/ 5840 w 43256"/>
                <a:gd name="csY16" fmla="*/ 35331 h 42512"/>
                <a:gd name="csX17" fmla="*/ 1146 w 43256"/>
                <a:gd name="csY17" fmla="*/ 31109 h 42512"/>
                <a:gd name="csX18" fmla="*/ 2149 w 43256"/>
                <a:gd name="csY18" fmla="*/ 25410 h 42512"/>
                <a:gd name="csX19" fmla="*/ 31 w 43256"/>
                <a:gd name="csY19" fmla="*/ 19563 h 42512"/>
                <a:gd name="csX20" fmla="*/ 3899 w 43256"/>
                <a:gd name="csY20" fmla="*/ 14366 h 42512"/>
                <a:gd name="csX21" fmla="*/ 3936 w 43256"/>
                <a:gd name="csY21" fmla="*/ 14229 h 42512"/>
                <a:gd name="csX0" fmla="*/ 4343 w 43256"/>
                <a:gd name="csY0" fmla="*/ 26036 h 42512"/>
                <a:gd name="csX1" fmla="*/ 1810 w 43256"/>
                <a:gd name="csY1" fmla="*/ 25239 h 42512"/>
                <a:gd name="csX2" fmla="*/ 6964 w 43256"/>
                <a:gd name="csY2" fmla="*/ 34758 h 42512"/>
                <a:gd name="csX3" fmla="*/ 5856 w 43256"/>
                <a:gd name="csY3" fmla="*/ 35139 h 42512"/>
                <a:gd name="csX4" fmla="*/ 16514 w 43256"/>
                <a:gd name="csY4" fmla="*/ 38949 h 42512"/>
                <a:gd name="csX5" fmla="*/ 15846 w 43256"/>
                <a:gd name="csY5" fmla="*/ 37209 h 42512"/>
                <a:gd name="csX6" fmla="*/ 28863 w 43256"/>
                <a:gd name="csY6" fmla="*/ 34610 h 42512"/>
                <a:gd name="csX7" fmla="*/ 28596 w 43256"/>
                <a:gd name="csY7" fmla="*/ 36519 h 42512"/>
                <a:gd name="csX8" fmla="*/ 41834 w 43256"/>
                <a:gd name="csY8" fmla="*/ 15213 h 42512"/>
                <a:gd name="csX9" fmla="*/ 41060 w 43256"/>
                <a:gd name="csY9" fmla="*/ 16969 h 42512"/>
                <a:gd name="csX10" fmla="*/ 38360 w 43256"/>
                <a:gd name="csY10" fmla="*/ 5285 h 42512"/>
                <a:gd name="csX11" fmla="*/ 38436 w 43256"/>
                <a:gd name="csY11" fmla="*/ 6549 h 42512"/>
                <a:gd name="csX12" fmla="*/ 29114 w 43256"/>
                <a:gd name="csY12" fmla="*/ 3811 h 42512"/>
                <a:gd name="csX13" fmla="*/ 29856 w 43256"/>
                <a:gd name="csY13" fmla="*/ 2199 h 42512"/>
                <a:gd name="csX14" fmla="*/ 22177 w 43256"/>
                <a:gd name="csY14" fmla="*/ 4579 h 42512"/>
                <a:gd name="csX15" fmla="*/ 22536 w 43256"/>
                <a:gd name="csY15" fmla="*/ 3189 h 42512"/>
                <a:gd name="csX16" fmla="*/ 14036 w 43256"/>
                <a:gd name="csY16" fmla="*/ 5051 h 42512"/>
                <a:gd name="csX17" fmla="*/ 15336 w 43256"/>
                <a:gd name="csY17" fmla="*/ 6399 h 42512"/>
                <a:gd name="csX18" fmla="*/ 4163 w 43256"/>
                <a:gd name="csY18" fmla="*/ 15648 h 42512"/>
                <a:gd name="csX19" fmla="*/ 3936 w 43256"/>
                <a:gd name="csY19" fmla="*/ 14229 h 4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3256" h="42512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5926" y="41356"/>
                    <a:pt x="23626" y="42210"/>
                  </a:cubicBezTo>
                  <a:cubicBezTo>
                    <a:pt x="21495" y="43001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2512" fill="none" extrusionOk="0">
                  <a:moveTo>
                    <a:pt x="4343" y="26036"/>
                  </a:moveTo>
                  <a:cubicBezTo>
                    <a:pt x="3459" y="26130"/>
                    <a:pt x="2575" y="25852"/>
                    <a:pt x="1810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41834" y="15213"/>
                  </a:moveTo>
                  <a:cubicBezTo>
                    <a:pt x="41509" y="16245"/>
                    <a:pt x="41688" y="16241"/>
                    <a:pt x="41060" y="1696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B3DD2058-B9E1-9FF4-2D50-905DF8161A0F}"/>
                </a:ext>
              </a:extLst>
            </p:cNvPr>
            <p:cNvSpPr txBox="1"/>
            <p:nvPr/>
          </p:nvSpPr>
          <p:spPr>
            <a:xfrm>
              <a:off x="4062185" y="955959"/>
              <a:ext cx="1551215" cy="5972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200" b="1">
                  <a:latin typeface="Calibri" panose="020F0502020204030204" pitchFamily="34" charset="0"/>
                  <a:ea typeface="メイリオ" panose="020B0604030504040204" pitchFamily="50" charset="-128"/>
                  <a:cs typeface="Calibri" panose="020F0502020204030204" pitchFamily="34" charset="0"/>
                </a:rPr>
                <a:t>compose</a:t>
              </a:r>
              <a:endParaRPr kumimoji="1" lang="ja-JP" altLang="en-US" sz="1200" b="1"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54" name="楕円 53">
            <a:extLst>
              <a:ext uri="{FF2B5EF4-FFF2-40B4-BE49-F238E27FC236}">
                <a16:creationId xmlns:a16="http://schemas.microsoft.com/office/drawing/2014/main" id="{AB49726D-6FD8-97E4-ED25-E6F4B6ECD07F}"/>
              </a:ext>
            </a:extLst>
          </p:cNvPr>
          <p:cNvSpPr/>
          <p:nvPr/>
        </p:nvSpPr>
        <p:spPr>
          <a:xfrm>
            <a:off x="7732906" y="5195003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30864DA7-7800-CE24-AC15-C3B40405301C}"/>
              </a:ext>
            </a:extLst>
          </p:cNvPr>
          <p:cNvSpPr/>
          <p:nvPr/>
        </p:nvSpPr>
        <p:spPr>
          <a:xfrm>
            <a:off x="5067026" y="3624337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FD07AC42-00C6-5B22-53F5-4A55D01F29B1}"/>
              </a:ext>
            </a:extLst>
          </p:cNvPr>
          <p:cNvSpPr/>
          <p:nvPr/>
        </p:nvSpPr>
        <p:spPr>
          <a:xfrm>
            <a:off x="3011618" y="5202673"/>
            <a:ext cx="196703" cy="1967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endParaRPr kumimoji="1" lang="ja-JP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4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</Words>
  <Application>Microsoft Office PowerPoint</Application>
  <PresentationFormat>ワイド画面</PresentationFormat>
  <Paragraphs>37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中山 一紀</dc:creator>
  <cp:lastModifiedBy>中山 一紀</cp:lastModifiedBy>
  <cp:revision>3</cp:revision>
  <dcterms:created xsi:type="dcterms:W3CDTF">2026-05-06T07:24:58Z</dcterms:created>
  <dcterms:modified xsi:type="dcterms:W3CDTF">2026-05-06T22:53:02Z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2026-05-06T07:25:25Z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d8c9785c-7bbf-4b6c-bf29-15e4982bfb86</vt:lpwstr>
  </property>
  <property fmtid="{D5CDD505-2E9C-101B-9397-08002B2CF9AE}" pid="7" name="MSIP_Label_defa4170-0d19-0005-0004-bc88714345d2_ActionId">
    <vt:lpwstr>cd9c6bc1-f31d-470f-9072-735bb173470f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