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311" r:id="rId3"/>
    <p:sldId id="258" r:id="rId4"/>
    <p:sldId id="273" r:id="rId5"/>
    <p:sldId id="312" r:id="rId6"/>
    <p:sldId id="309" r:id="rId7"/>
    <p:sldId id="262" r:id="rId8"/>
    <p:sldId id="313" r:id="rId9"/>
    <p:sldId id="264" r:id="rId10"/>
    <p:sldId id="314" r:id="rId11"/>
    <p:sldId id="301" r:id="rId12"/>
    <p:sldId id="315" r:id="rId13"/>
    <p:sldId id="310" r:id="rId14"/>
    <p:sldId id="266" r:id="rId15"/>
    <p:sldId id="259" r:id="rId16"/>
    <p:sldId id="316" r:id="rId17"/>
    <p:sldId id="268" r:id="rId18"/>
    <p:sldId id="270" r:id="rId19"/>
    <p:sldId id="317" r:id="rId20"/>
    <p:sldId id="272" r:id="rId2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419" autoAdjust="0"/>
  </p:normalViewPr>
  <p:slideViewPr>
    <p:cSldViewPr snapToGrid="0">
      <p:cViewPr varScale="1">
        <p:scale>
          <a:sx n="161" d="100"/>
          <a:sy n="161" d="100"/>
        </p:scale>
        <p:origin x="260"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98279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0E048933-B33C-5058-74B1-095157AC864B}"/>
              </a:ext>
            </a:extLst>
          </p:cNvPr>
          <p:cNvGrpSpPr/>
          <p:nvPr userDrawn="1"/>
        </p:nvGrpSpPr>
        <p:grpSpPr>
          <a:xfrm>
            <a:off x="1818074" y="2302309"/>
            <a:ext cx="9611004" cy="3835666"/>
            <a:chOff x="1434914" y="1511167"/>
            <a:chExt cx="9611004" cy="3835666"/>
          </a:xfrm>
        </p:grpSpPr>
        <p:pic>
          <p:nvPicPr>
            <p:cNvPr id="5" name="図 4">
              <a:extLst>
                <a:ext uri="{FF2B5EF4-FFF2-40B4-BE49-F238E27FC236}">
                  <a16:creationId xmlns:a16="http://schemas.microsoft.com/office/drawing/2014/main" id="{7C57D1CB-3747-4F53-C3C0-3CC5357D47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4914" y="4292184"/>
              <a:ext cx="1054649" cy="1054649"/>
            </a:xfrm>
            <a:prstGeom prst="ellipse">
              <a:avLst/>
            </a:prstGeom>
            <a:ln w="3175">
              <a:solidFill>
                <a:srgbClr val="F8191A"/>
              </a:solidFill>
            </a:ln>
            <a:effectLst>
              <a:outerShdw blurRad="50800" dist="38100" dir="2700000" algn="tl" rotWithShape="0">
                <a:prstClr val="black">
                  <a:alpha val="40000"/>
                </a:prstClr>
              </a:outerShdw>
            </a:effectLst>
          </p:spPr>
        </p:pic>
        <p:pic>
          <p:nvPicPr>
            <p:cNvPr id="6" name="図 5">
              <a:extLst>
                <a:ext uri="{FF2B5EF4-FFF2-40B4-BE49-F238E27FC236}">
                  <a16:creationId xmlns:a16="http://schemas.microsoft.com/office/drawing/2014/main" id="{63D59492-DF29-1336-C168-9F51DC922A5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434914" y="2901675"/>
              <a:ext cx="1054649" cy="1054649"/>
            </a:xfrm>
            <a:prstGeom prst="ellipse">
              <a:avLst/>
            </a:prstGeom>
            <a:ln w="3175">
              <a:solidFill>
                <a:srgbClr val="0973FC"/>
              </a:solidFill>
            </a:ln>
            <a:effectLst>
              <a:outerShdw blurRad="50800" dist="38100" dir="2700000" algn="tl" rotWithShape="0">
                <a:prstClr val="black">
                  <a:alpha val="40000"/>
                </a:prstClr>
              </a:outerShdw>
            </a:effectLst>
          </p:spPr>
        </p:pic>
        <p:grpSp>
          <p:nvGrpSpPr>
            <p:cNvPr id="7" name="グループ化 6">
              <a:extLst>
                <a:ext uri="{FF2B5EF4-FFF2-40B4-BE49-F238E27FC236}">
                  <a16:creationId xmlns:a16="http://schemas.microsoft.com/office/drawing/2014/main" id="{DF95804D-2A76-2110-EB14-809EFD4C026E}"/>
                </a:ext>
              </a:extLst>
            </p:cNvPr>
            <p:cNvGrpSpPr/>
            <p:nvPr userDrawn="1"/>
          </p:nvGrpSpPr>
          <p:grpSpPr>
            <a:xfrm>
              <a:off x="1434914" y="1511167"/>
              <a:ext cx="1054649" cy="1054649"/>
              <a:chOff x="2036902" y="1420555"/>
              <a:chExt cx="682753" cy="682753"/>
            </a:xfrm>
            <a:effectLst>
              <a:outerShdw blurRad="50800" dist="38100" dir="2700000" algn="tl" rotWithShape="0">
                <a:prstClr val="black">
                  <a:alpha val="40000"/>
                </a:prstClr>
              </a:outerShdw>
            </a:effectLst>
          </p:grpSpPr>
          <p:sp>
            <p:nvSpPr>
              <p:cNvPr id="11" name="楕円 10">
                <a:extLst>
                  <a:ext uri="{FF2B5EF4-FFF2-40B4-BE49-F238E27FC236}">
                    <a16:creationId xmlns:a16="http://schemas.microsoft.com/office/drawing/2014/main" id="{87BBA87B-208B-942C-C603-BA2FFDED6E6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グラフィックス 2">
                <a:extLst>
                  <a:ext uri="{FF2B5EF4-FFF2-40B4-BE49-F238E27FC236}">
                    <a16:creationId xmlns:a16="http://schemas.microsoft.com/office/drawing/2014/main" id="{933F8E1A-30D5-A110-8987-8C67D57E978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8" name="テキスト ボックス 8">
              <a:extLst>
                <a:ext uri="{FF2B5EF4-FFF2-40B4-BE49-F238E27FC236}">
                  <a16:creationId xmlns:a16="http://schemas.microsoft.com/office/drawing/2014/main" id="{9659DDC8-B2DC-F888-BD58-2A49352CF32A}"/>
                </a:ext>
              </a:extLst>
            </p:cNvPr>
            <p:cNvSpPr txBox="1"/>
            <p:nvPr userDrawn="1"/>
          </p:nvSpPr>
          <p:spPr>
            <a:xfrm>
              <a:off x="3078480" y="1848502"/>
              <a:ext cx="4928850"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548235"/>
                  </a:solidFill>
                </a:rPr>
                <a:t>You: You need text processed by an LLM.</a:t>
              </a:r>
            </a:p>
          </p:txBody>
        </p:sp>
        <p:sp>
          <p:nvSpPr>
            <p:cNvPr id="9" name="テキスト ボックス 9">
              <a:extLst>
                <a:ext uri="{FF2B5EF4-FFF2-40B4-BE49-F238E27FC236}">
                  <a16:creationId xmlns:a16="http://schemas.microsoft.com/office/drawing/2014/main" id="{C46D9E2F-F14D-4F49-BB28-4514C9476613}"/>
                </a:ext>
              </a:extLst>
            </p:cNvPr>
            <p:cNvSpPr txBox="1"/>
            <p:nvPr userDrawn="1"/>
          </p:nvSpPr>
          <p:spPr>
            <a:xfrm>
              <a:off x="3078480" y="3244333"/>
              <a:ext cx="7613751"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0F73FC"/>
                  </a:solidFill>
                </a:rPr>
                <a:t>Robot-J: "J" stands for "Judge". It</a:t>
              </a:r>
              <a:r>
                <a:rPr lang="ja-JP" altLang="ja-JP">
                  <a:solidFill>
                    <a:srgbClr val="0F73FC"/>
                  </a:solidFill>
                </a:rPr>
                <a:t> evaluates the processed text.</a:t>
              </a:r>
            </a:p>
          </p:txBody>
        </p:sp>
        <p:sp>
          <p:nvSpPr>
            <p:cNvPr id="10" name="テキスト ボックス 10">
              <a:extLst>
                <a:ext uri="{FF2B5EF4-FFF2-40B4-BE49-F238E27FC236}">
                  <a16:creationId xmlns:a16="http://schemas.microsoft.com/office/drawing/2014/main" id="{90687AEA-F084-6422-C95B-C1EDB0AA9961}"/>
                </a:ext>
              </a:extLst>
            </p:cNvPr>
            <p:cNvSpPr txBox="1"/>
            <p:nvPr userDrawn="1"/>
          </p:nvSpPr>
          <p:spPr>
            <a:xfrm>
              <a:off x="3078480" y="4640164"/>
              <a:ext cx="7967438"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F8191A"/>
                  </a:solidFill>
                </a:rPr>
                <a:t>Robot-G: "G" stands for "Generate". It generates the processed text.</a:t>
              </a:r>
            </a:p>
          </p:txBody>
        </p:sp>
      </p:grpSp>
      <p:sp>
        <p:nvSpPr>
          <p:cNvPr id="4" name="四角形: 角を丸くする 3">
            <a:extLst>
              <a:ext uri="{FF2B5EF4-FFF2-40B4-BE49-F238E27FC236}">
                <a16:creationId xmlns:a16="http://schemas.microsoft.com/office/drawing/2014/main" id="{43F766C9-0082-8FCE-8CCE-9C011FBB4492}"/>
              </a:ext>
            </a:extLst>
          </p:cNvPr>
          <p:cNvSpPr/>
          <p:nvPr userDrawn="1"/>
        </p:nvSpPr>
        <p:spPr>
          <a:xfrm>
            <a:off x="762921" y="720024"/>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Legend</a:t>
            </a:r>
            <a:endParaRPr lang="ja-JP" altLang="en-US" sz="1600"/>
          </a:p>
        </p:txBody>
      </p:sp>
    </p:spTree>
    <p:extLst>
      <p:ext uri="{BB962C8B-B14F-4D97-AF65-F5344CB8AC3E}">
        <p14:creationId xmlns:p14="http://schemas.microsoft.com/office/powerpoint/2010/main" val="3519562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2C74A805-1961-F34F-C862-5A6ACB7E7ECB}"/>
              </a:ext>
            </a:extLst>
          </p:cNvPr>
          <p:cNvGraphicFramePr>
            <a:graphicFrameLocks noGrp="1"/>
          </p:cNvGraphicFramePr>
          <p:nvPr userDrawn="1">
            <p:extLst>
              <p:ext uri="{D42A27DB-BD31-4B8C-83A1-F6EECF244321}">
                <p14:modId xmlns:p14="http://schemas.microsoft.com/office/powerpoint/2010/main" val="2285138478"/>
              </p:ext>
            </p:extLst>
          </p:nvPr>
        </p:nvGraphicFramePr>
        <p:xfrm>
          <a:off x="1236000" y="274320"/>
          <a:ext cx="9720000" cy="646176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59714">
                  <a:extLst>
                    <a:ext uri="{9D8B030D-6E8A-4147-A177-3AD203B41FA5}">
                      <a16:colId xmlns:a16="http://schemas.microsoft.com/office/drawing/2014/main" val="2777621706"/>
                    </a:ext>
                  </a:extLst>
                </a:gridCol>
                <a:gridCol w="1875112">
                  <a:extLst>
                    <a:ext uri="{9D8B030D-6E8A-4147-A177-3AD203B41FA5}">
                      <a16:colId xmlns:a16="http://schemas.microsoft.com/office/drawing/2014/main" val="308123450"/>
                    </a:ext>
                  </a:extLst>
                </a:gridCol>
                <a:gridCol w="6785174">
                  <a:extLst>
                    <a:ext uri="{9D8B030D-6E8A-4147-A177-3AD203B41FA5}">
                      <a16:colId xmlns:a16="http://schemas.microsoft.com/office/drawing/2014/main" val="2952094520"/>
                    </a:ext>
                  </a:extLst>
                </a:gridCol>
              </a:tblGrid>
              <a:tr h="0">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File containing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0">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0">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35706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it.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35706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defines the criteria used for both initial prompt template generation and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35706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35706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text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in source/*.txt</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357067">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35706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0">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785005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C685F195-4AAC-772F-5C9E-73F1253140F0}"/>
              </a:ext>
            </a:extLst>
          </p:cNvPr>
          <p:cNvGrpSpPr/>
          <p:nvPr userDrawn="1"/>
        </p:nvGrpSpPr>
        <p:grpSpPr>
          <a:xfrm>
            <a:off x="347314" y="922978"/>
            <a:ext cx="11572018" cy="5580536"/>
            <a:chOff x="237162" y="805781"/>
            <a:chExt cx="11572018" cy="5580536"/>
          </a:xfrm>
          <a:effectLst>
            <a:outerShdw blurRad="50800" dist="38100" dir="2700000" algn="tl" rotWithShape="0">
              <a:prstClr val="black">
                <a:alpha val="40000"/>
              </a:prstClr>
            </a:outerShdw>
          </a:effectLst>
        </p:grpSpPr>
        <p:pic>
          <p:nvPicPr>
            <p:cNvPr id="12" name="図 11">
              <a:extLst>
                <a:ext uri="{FF2B5EF4-FFF2-40B4-BE49-F238E27FC236}">
                  <a16:creationId xmlns:a16="http://schemas.microsoft.com/office/drawing/2014/main" id="{FC14109F-EF12-DDDA-54F3-6582B04035C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915975" y="3467129"/>
              <a:ext cx="545555" cy="545555"/>
            </a:xfrm>
            <a:prstGeom prst="ellipse">
              <a:avLst/>
            </a:prstGeom>
            <a:solidFill>
              <a:schemeClr val="tx1">
                <a:lumMod val="65000"/>
                <a:lumOff val="35000"/>
              </a:schemeClr>
            </a:solidFill>
            <a:ln w="3175">
              <a:solidFill>
                <a:srgbClr val="1374FC"/>
              </a:solidFill>
            </a:ln>
            <a:effectLst/>
          </p:spPr>
        </p:pic>
        <p:pic>
          <p:nvPicPr>
            <p:cNvPr id="13" name="図 12">
              <a:extLst>
                <a:ext uri="{FF2B5EF4-FFF2-40B4-BE49-F238E27FC236}">
                  <a16:creationId xmlns:a16="http://schemas.microsoft.com/office/drawing/2014/main" id="{0AB7F6F8-8617-5C67-FAD7-8B0841BED5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15975" y="1309994"/>
              <a:ext cx="545556" cy="545556"/>
            </a:xfrm>
            <a:prstGeom prst="ellipse">
              <a:avLst/>
            </a:prstGeom>
            <a:solidFill>
              <a:schemeClr val="tx1">
                <a:lumMod val="65000"/>
                <a:lumOff val="35000"/>
              </a:schemeClr>
            </a:solidFill>
            <a:ln w="3175">
              <a:solidFill>
                <a:srgbClr val="1374FC"/>
              </a:solidFill>
            </a:ln>
            <a:effectLst/>
          </p:spPr>
        </p:pic>
        <p:sp>
          <p:nvSpPr>
            <p:cNvPr id="14" name="正方形/長方形 13">
              <a:extLst>
                <a:ext uri="{FF2B5EF4-FFF2-40B4-BE49-F238E27FC236}">
                  <a16:creationId xmlns:a16="http://schemas.microsoft.com/office/drawing/2014/main" id="{29860635-BE6A-9479-E69A-CBCF6820740C}"/>
                </a:ext>
              </a:extLst>
            </p:cNvPr>
            <p:cNvSpPr/>
            <p:nvPr userDrawn="1"/>
          </p:nvSpPr>
          <p:spPr>
            <a:xfrm>
              <a:off x="1331676" y="3467129"/>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create the gold data.</a:t>
              </a:r>
              <a:endParaRPr kumimoji="1" lang="ja-JP" altLang="en-US" sz="800"/>
            </a:p>
          </p:txBody>
        </p:sp>
        <p:sp>
          <p:nvSpPr>
            <p:cNvPr id="15" name="正方形/長方形 14">
              <a:extLst>
                <a:ext uri="{FF2B5EF4-FFF2-40B4-BE49-F238E27FC236}">
                  <a16:creationId xmlns:a16="http://schemas.microsoft.com/office/drawing/2014/main" id="{7634A158-3AF9-E224-CF9E-BD0D9CC1991B}"/>
                </a:ext>
              </a:extLst>
            </p:cNvPr>
            <p:cNvSpPr/>
            <p:nvPr userDrawn="1"/>
          </p:nvSpPr>
          <p:spPr>
            <a:xfrm>
              <a:off x="3880390" y="346712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define evaluation rules from the gold data.</a:t>
              </a:r>
              <a:endParaRPr lang="ja-JP" altLang="en-US" sz="800"/>
            </a:p>
          </p:txBody>
        </p:sp>
        <p:sp>
          <p:nvSpPr>
            <p:cNvPr id="16" name="正方形/長方形 15">
              <a:extLst>
                <a:ext uri="{FF2B5EF4-FFF2-40B4-BE49-F238E27FC236}">
                  <a16:creationId xmlns:a16="http://schemas.microsoft.com/office/drawing/2014/main" id="{2E45C595-E235-930D-BC61-9B65B624D1CF}"/>
                </a:ext>
              </a:extLst>
            </p:cNvPr>
            <p:cNvSpPr/>
            <p:nvPr userDrawn="1"/>
          </p:nvSpPr>
          <p:spPr>
            <a:xfrm>
              <a:off x="6429103"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is created based on the rules.</a:t>
              </a:r>
              <a:endParaRPr lang="ja-JP" altLang="en-US" sz="800"/>
            </a:p>
          </p:txBody>
        </p:sp>
        <p:sp>
          <p:nvSpPr>
            <p:cNvPr id="17" name="正方形/長方形 16">
              <a:extLst>
                <a:ext uri="{FF2B5EF4-FFF2-40B4-BE49-F238E27FC236}">
                  <a16:creationId xmlns:a16="http://schemas.microsoft.com/office/drawing/2014/main" id="{43625C06-63A8-8D61-B505-336DEA7B395C}"/>
                </a:ext>
              </a:extLst>
            </p:cNvPr>
            <p:cNvSpPr/>
            <p:nvPr userDrawn="1"/>
          </p:nvSpPr>
          <p:spPr>
            <a:xfrm>
              <a:off x="8817458"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gold data.</a:t>
              </a:r>
              <a:endParaRPr lang="ja-JP" altLang="en-US" sz="800"/>
            </a:p>
          </p:txBody>
        </p:sp>
        <p:sp>
          <p:nvSpPr>
            <p:cNvPr id="18" name="正方形/長方形 17">
              <a:extLst>
                <a:ext uri="{FF2B5EF4-FFF2-40B4-BE49-F238E27FC236}">
                  <a16:creationId xmlns:a16="http://schemas.microsoft.com/office/drawing/2014/main" id="{8F545E14-EC59-E277-C61D-AF28D4F5D6DF}"/>
                </a:ext>
              </a:extLst>
            </p:cNvPr>
            <p:cNvSpPr/>
            <p:nvPr userDrawn="1"/>
          </p:nvSpPr>
          <p:spPr>
            <a:xfrm>
              <a:off x="6429102" y="130999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Robot-J.</a:t>
              </a:r>
              <a:endParaRPr lang="ja-JP" altLang="en-US" sz="800"/>
            </a:p>
          </p:txBody>
        </p:sp>
        <p:sp>
          <p:nvSpPr>
            <p:cNvPr id="19" name="フローチャート: 書類 18">
              <a:extLst>
                <a:ext uri="{FF2B5EF4-FFF2-40B4-BE49-F238E27FC236}">
                  <a16:creationId xmlns:a16="http://schemas.microsoft.com/office/drawing/2014/main" id="{E3EA254B-CD4B-271E-F040-C40EE7E02F9A}"/>
                </a:ext>
              </a:extLst>
            </p:cNvPr>
            <p:cNvSpPr/>
            <p:nvPr userDrawn="1"/>
          </p:nvSpPr>
          <p:spPr>
            <a:xfrm>
              <a:off x="5367263" y="350735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evaluation</a:t>
              </a:r>
            </a:p>
            <a:p>
              <a:pPr algn="ctr"/>
              <a:r>
                <a:rPr lang="en-US" altLang="ja-JP" sz="800">
                  <a:solidFill>
                    <a:schemeClr val="tx1">
                      <a:lumMod val="65000"/>
                      <a:lumOff val="35000"/>
                    </a:schemeClr>
                  </a:solidFill>
                </a:rPr>
                <a:t>rules</a:t>
              </a:r>
              <a:endParaRPr lang="ja-JP" altLang="en-US" sz="800">
                <a:solidFill>
                  <a:schemeClr val="tx1">
                    <a:lumMod val="65000"/>
                    <a:lumOff val="35000"/>
                  </a:schemeClr>
                </a:solidFill>
              </a:endParaRPr>
            </a:p>
          </p:txBody>
        </p:sp>
        <p:sp>
          <p:nvSpPr>
            <p:cNvPr id="20" name="フローチャート: 書類 19">
              <a:extLst>
                <a:ext uri="{FF2B5EF4-FFF2-40B4-BE49-F238E27FC236}">
                  <a16:creationId xmlns:a16="http://schemas.microsoft.com/office/drawing/2014/main" id="{E36ECAFC-3874-DCE3-DF7B-79FB016551C3}"/>
                </a:ext>
              </a:extLst>
            </p:cNvPr>
            <p:cNvSpPr/>
            <p:nvPr userDrawn="1"/>
          </p:nvSpPr>
          <p:spPr>
            <a:xfrm>
              <a:off x="2818549" y="350522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gold data</a:t>
              </a:r>
              <a:endParaRPr lang="ja-JP" altLang="en-US" sz="800">
                <a:solidFill>
                  <a:schemeClr val="tx1">
                    <a:lumMod val="65000"/>
                    <a:lumOff val="35000"/>
                  </a:schemeClr>
                </a:solidFill>
              </a:endParaRPr>
            </a:p>
          </p:txBody>
        </p:sp>
        <p:sp>
          <p:nvSpPr>
            <p:cNvPr id="21" name="四角形: 角を丸くする 20">
              <a:extLst>
                <a:ext uri="{FF2B5EF4-FFF2-40B4-BE49-F238E27FC236}">
                  <a16:creationId xmlns:a16="http://schemas.microsoft.com/office/drawing/2014/main" id="{07AB0502-5C15-C671-EFCC-1A895278E71B}"/>
                </a:ext>
              </a:extLst>
            </p:cNvPr>
            <p:cNvSpPr/>
            <p:nvPr userDrawn="1"/>
          </p:nvSpPr>
          <p:spPr>
            <a:xfrm>
              <a:off x="10524853" y="4019035"/>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2" name="四角形: 角を丸くする 21">
              <a:extLst>
                <a:ext uri="{FF2B5EF4-FFF2-40B4-BE49-F238E27FC236}">
                  <a16:creationId xmlns:a16="http://schemas.microsoft.com/office/drawing/2014/main" id="{C4573967-9CCD-7A0B-091F-CC6DAA656FB9}"/>
                </a:ext>
              </a:extLst>
            </p:cNvPr>
            <p:cNvSpPr/>
            <p:nvPr userDrawn="1"/>
          </p:nvSpPr>
          <p:spPr>
            <a:xfrm>
              <a:off x="10524852" y="3099350"/>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sp>
          <p:nvSpPr>
            <p:cNvPr id="23" name="正方形/長方形 22">
              <a:extLst>
                <a:ext uri="{FF2B5EF4-FFF2-40B4-BE49-F238E27FC236}">
                  <a16:creationId xmlns:a16="http://schemas.microsoft.com/office/drawing/2014/main" id="{211BD9CD-816E-2BA4-FDA8-51C1E9C215AE}"/>
                </a:ext>
              </a:extLst>
            </p:cNvPr>
            <p:cNvSpPr/>
            <p:nvPr userDrawn="1"/>
          </p:nvSpPr>
          <p:spPr>
            <a:xfrm>
              <a:off x="5154746" y="432260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Ver.1 is created based on the rules.</a:t>
              </a:r>
              <a:endParaRPr lang="ja-JP" altLang="en-US" sz="800"/>
            </a:p>
          </p:txBody>
        </p:sp>
        <p:cxnSp>
          <p:nvCxnSpPr>
            <p:cNvPr id="24" name="コネクタ: カギ線 23">
              <a:extLst>
                <a:ext uri="{FF2B5EF4-FFF2-40B4-BE49-F238E27FC236}">
                  <a16:creationId xmlns:a16="http://schemas.microsoft.com/office/drawing/2014/main" id="{701B41CA-63F0-3424-0409-3970A0AFBEB8}"/>
                </a:ext>
              </a:extLst>
            </p:cNvPr>
            <p:cNvCxnSpPr>
              <a:cxnSpLocks/>
            </p:cNvCxnSpPr>
            <p:nvPr userDrawn="1"/>
          </p:nvCxnSpPr>
          <p:spPr>
            <a:xfrm rot="10800000" flipH="1" flipV="1">
              <a:off x="10524851" y="3281838"/>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E0F895E-DFFF-4DEE-3D1D-43B459C7412F}"/>
                </a:ext>
              </a:extLst>
            </p:cNvPr>
            <p:cNvCxnSpPr>
              <a:cxnSpLocks/>
              <a:stCxn id="17" idx="3"/>
            </p:cNvCxnSpPr>
            <p:nvPr userDrawn="1"/>
          </p:nvCxnSpPr>
          <p:spPr>
            <a:xfrm>
              <a:off x="9948403" y="3746257"/>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60DF5A24-2D44-85A5-2934-BE7A202C5F00}"/>
                </a:ext>
              </a:extLst>
            </p:cNvPr>
            <p:cNvCxnSpPr>
              <a:cxnSpLocks/>
            </p:cNvCxnSpPr>
            <p:nvPr userDrawn="1"/>
          </p:nvCxnSpPr>
          <p:spPr>
            <a:xfrm>
              <a:off x="5011335"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5B5E63D1-F771-3AD6-9B43-749ED1630603}"/>
                </a:ext>
              </a:extLst>
            </p:cNvPr>
            <p:cNvCxnSpPr>
              <a:cxnSpLocks/>
            </p:cNvCxnSpPr>
            <p:nvPr userDrawn="1"/>
          </p:nvCxnSpPr>
          <p:spPr>
            <a:xfrm>
              <a:off x="6073174"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D2F80295-A743-05B8-8896-776E2AE7A1DB}"/>
                </a:ext>
              </a:extLst>
            </p:cNvPr>
            <p:cNvCxnSpPr>
              <a:cxnSpLocks/>
            </p:cNvCxnSpPr>
            <p:nvPr userDrawn="1"/>
          </p:nvCxnSpPr>
          <p:spPr>
            <a:xfrm>
              <a:off x="7560047" y="3748507"/>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8D4A5C3-31FD-5390-92DB-16C1DED0F699}"/>
                </a:ext>
              </a:extLst>
            </p:cNvPr>
            <p:cNvCxnSpPr>
              <a:cxnSpLocks/>
            </p:cNvCxnSpPr>
            <p:nvPr userDrawn="1"/>
          </p:nvCxnSpPr>
          <p:spPr>
            <a:xfrm>
              <a:off x="8461530"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5845EB22-8A15-2E38-FE2B-3BE247C59C63}"/>
                </a:ext>
              </a:extLst>
            </p:cNvPr>
            <p:cNvCxnSpPr>
              <a:cxnSpLocks/>
            </p:cNvCxnSpPr>
            <p:nvPr userDrawn="1"/>
          </p:nvCxnSpPr>
          <p:spPr>
            <a:xfrm>
              <a:off x="2462622" y="3738820"/>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5D717C68-C241-4F6D-FB8A-0A1B882F0224}"/>
                </a:ext>
              </a:extLst>
            </p:cNvPr>
            <p:cNvCxnSpPr>
              <a:cxnSpLocks/>
            </p:cNvCxnSpPr>
            <p:nvPr userDrawn="1"/>
          </p:nvCxnSpPr>
          <p:spPr>
            <a:xfrm>
              <a:off x="3524462"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3F0DCB3-EA90-5042-0DFA-824DDCBD5505}"/>
                </a:ext>
              </a:extLst>
            </p:cNvPr>
            <p:cNvCxnSpPr>
              <a:cxnSpLocks/>
              <a:stCxn id="19" idx="2"/>
              <a:endCxn id="23" idx="0"/>
            </p:cNvCxnSpPr>
            <p:nvPr userDrawn="1"/>
          </p:nvCxnSpPr>
          <p:spPr>
            <a:xfrm flipH="1">
              <a:off x="5720219" y="3957546"/>
              <a:ext cx="1" cy="365058"/>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C8B42DEF-0698-4FAC-338F-0E6DD58739E3}"/>
                </a:ext>
              </a:extLst>
            </p:cNvPr>
            <p:cNvCxnSpPr>
              <a:cxnSpLocks/>
              <a:stCxn id="23" idx="2"/>
            </p:cNvCxnSpPr>
            <p:nvPr userDrawn="1"/>
          </p:nvCxnSpPr>
          <p:spPr>
            <a:xfrm flipH="1">
              <a:off x="5720218" y="4868160"/>
              <a:ext cx="1"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26E9FEAA-106D-176E-3B38-C9411A58C946}"/>
                </a:ext>
              </a:extLst>
            </p:cNvPr>
            <p:cNvCxnSpPr>
              <a:cxnSpLocks/>
            </p:cNvCxnSpPr>
            <p:nvPr userDrawn="1"/>
          </p:nvCxnSpPr>
          <p:spPr>
            <a:xfrm>
              <a:off x="7959800" y="2614584"/>
              <a:ext cx="849743" cy="84974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0658ADDD-B339-5103-7138-7062B088C1D2}"/>
                </a:ext>
              </a:extLst>
            </p:cNvPr>
            <p:cNvCxnSpPr>
              <a:cxnSpLocks/>
            </p:cNvCxnSpPr>
            <p:nvPr userDrawn="1"/>
          </p:nvCxnSpPr>
          <p:spPr>
            <a:xfrm>
              <a:off x="7560047" y="158277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コネクタ: カギ線 35">
              <a:extLst>
                <a:ext uri="{FF2B5EF4-FFF2-40B4-BE49-F238E27FC236}">
                  <a16:creationId xmlns:a16="http://schemas.microsoft.com/office/drawing/2014/main" id="{DF3AE58C-9239-DD8E-7660-6E30283A3FE0}"/>
                </a:ext>
              </a:extLst>
            </p:cNvPr>
            <p:cNvCxnSpPr>
              <a:cxnSpLocks/>
              <a:stCxn id="13" idx="6"/>
              <a:endCxn id="17" idx="0"/>
            </p:cNvCxnSpPr>
            <p:nvPr userDrawn="1"/>
          </p:nvCxnSpPr>
          <p:spPr>
            <a:xfrm>
              <a:off x="8461531" y="1582772"/>
              <a:ext cx="921400" cy="1890707"/>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a16:creationId xmlns:a16="http://schemas.microsoft.com/office/drawing/2014/main" id="{D34F3F57-2879-BC3F-B0DC-042F96590304}"/>
                </a:ext>
              </a:extLst>
            </p:cNvPr>
            <p:cNvCxnSpPr>
              <a:cxnSpLocks/>
              <a:stCxn id="22" idx="3"/>
              <a:endCxn id="18" idx="1"/>
            </p:cNvCxnSpPr>
            <p:nvPr userDrawn="1"/>
          </p:nvCxnSpPr>
          <p:spPr>
            <a:xfrm flipH="1" flipV="1">
              <a:off x="6429102" y="1582772"/>
              <a:ext cx="4852353" cy="1699067"/>
            </a:xfrm>
            <a:prstGeom prst="bentConnector5">
              <a:avLst>
                <a:gd name="adj1" fmla="val -4711"/>
                <a:gd name="adj2" fmla="val 164945"/>
                <a:gd name="adj3" fmla="val 11462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コネクタ: カギ線 37">
              <a:extLst>
                <a:ext uri="{FF2B5EF4-FFF2-40B4-BE49-F238E27FC236}">
                  <a16:creationId xmlns:a16="http://schemas.microsoft.com/office/drawing/2014/main" id="{BE164225-F56F-5DA8-0ACB-3A0ACA0B6D94}"/>
                </a:ext>
              </a:extLst>
            </p:cNvPr>
            <p:cNvCxnSpPr>
              <a:cxnSpLocks/>
              <a:stCxn id="20" idx="0"/>
            </p:cNvCxnSpPr>
            <p:nvPr userDrawn="1"/>
          </p:nvCxnSpPr>
          <p:spPr>
            <a:xfrm rot="5400000" flipH="1" flipV="1">
              <a:off x="5120331" y="665760"/>
              <a:ext cx="890645" cy="4788294"/>
            </a:xfrm>
            <a:prstGeom prst="bentConnector3">
              <a:avLst>
                <a:gd name="adj1" fmla="val 100000"/>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a16:creationId xmlns:a16="http://schemas.microsoft.com/office/drawing/2014/main" id="{9AF42373-2417-24E0-73B4-1E561DF848D3}"/>
                </a:ext>
              </a:extLst>
            </p:cNvPr>
            <p:cNvSpPr/>
            <p:nvPr userDrawn="1"/>
          </p:nvSpPr>
          <p:spPr>
            <a:xfrm>
              <a:off x="237162" y="3622001"/>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step1</a:t>
              </a:r>
              <a:endParaRPr lang="ja-JP" altLang="en-US" sz="800"/>
            </a:p>
          </p:txBody>
        </p:sp>
        <p:sp>
          <p:nvSpPr>
            <p:cNvPr id="40" name="四角形: 角を丸くする 39">
              <a:extLst>
                <a:ext uri="{FF2B5EF4-FFF2-40B4-BE49-F238E27FC236}">
                  <a16:creationId xmlns:a16="http://schemas.microsoft.com/office/drawing/2014/main" id="{0BF44DC6-DB9B-ACAA-2A31-187D413F18BF}"/>
                </a:ext>
              </a:extLst>
            </p:cNvPr>
            <p:cNvSpPr/>
            <p:nvPr userDrawn="1"/>
          </p:nvSpPr>
          <p:spPr>
            <a:xfrm>
              <a:off x="5427240"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sp>
          <p:nvSpPr>
            <p:cNvPr id="41" name="四角形: 角を丸くする 40">
              <a:extLst>
                <a:ext uri="{FF2B5EF4-FFF2-40B4-BE49-F238E27FC236}">
                  <a16:creationId xmlns:a16="http://schemas.microsoft.com/office/drawing/2014/main" id="{D4EE8F8D-C320-40B8-A563-6D0A48481BB8}"/>
                </a:ext>
              </a:extLst>
            </p:cNvPr>
            <p:cNvSpPr/>
            <p:nvPr userDrawn="1"/>
          </p:nvSpPr>
          <p:spPr>
            <a:xfrm>
              <a:off x="11214766"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42" name="直線矢印コネクタ 41">
              <a:extLst>
                <a:ext uri="{FF2B5EF4-FFF2-40B4-BE49-F238E27FC236}">
                  <a16:creationId xmlns:a16="http://schemas.microsoft.com/office/drawing/2014/main" id="{09C1DAAC-838C-C098-65CA-411A4578D5AA}"/>
                </a:ext>
              </a:extLst>
            </p:cNvPr>
            <p:cNvCxnSpPr>
              <a:cxnSpLocks/>
              <a:stCxn id="39" idx="3"/>
              <a:endCxn id="14" idx="1"/>
            </p:cNvCxnSpPr>
            <p:nvPr userDrawn="1"/>
          </p:nvCxnSpPr>
          <p:spPr>
            <a:xfrm flipV="1">
              <a:off x="831576" y="3739907"/>
              <a:ext cx="500100" cy="3175"/>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C5EF9DC-BF7E-6EE8-8059-6C9DBC805AF4}"/>
                </a:ext>
              </a:extLst>
            </p:cNvPr>
            <p:cNvCxnSpPr>
              <a:cxnSpLocks/>
              <a:endCxn id="40" idx="0"/>
            </p:cNvCxnSpPr>
            <p:nvPr userDrawn="1"/>
          </p:nvCxnSpPr>
          <p:spPr>
            <a:xfrm>
              <a:off x="5720218" y="5778936"/>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4" name="グループ化 43">
              <a:extLst>
                <a:ext uri="{FF2B5EF4-FFF2-40B4-BE49-F238E27FC236}">
                  <a16:creationId xmlns:a16="http://schemas.microsoft.com/office/drawing/2014/main" id="{513E2114-6E2A-0D2A-BA2B-F61911432F92}"/>
                </a:ext>
              </a:extLst>
            </p:cNvPr>
            <p:cNvGrpSpPr/>
            <p:nvPr userDrawn="1"/>
          </p:nvGrpSpPr>
          <p:grpSpPr>
            <a:xfrm>
              <a:off x="1644287" y="2959672"/>
              <a:ext cx="545557" cy="545557"/>
              <a:chOff x="2036902" y="1420555"/>
              <a:chExt cx="682753" cy="682753"/>
            </a:xfrm>
            <a:effectLst/>
          </p:grpSpPr>
          <p:sp>
            <p:nvSpPr>
              <p:cNvPr id="60" name="楕円 59">
                <a:extLst>
                  <a:ext uri="{FF2B5EF4-FFF2-40B4-BE49-F238E27FC236}">
                    <a16:creationId xmlns:a16="http://schemas.microsoft.com/office/drawing/2014/main" id="{CBB23CCA-0020-9542-9EA5-D119D6E38FBE}"/>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61" name="グラフィックス 2">
                <a:extLst>
                  <a:ext uri="{FF2B5EF4-FFF2-40B4-BE49-F238E27FC236}">
                    <a16:creationId xmlns:a16="http://schemas.microsoft.com/office/drawing/2014/main" id="{FDDAE3C1-4FDB-A03D-3AD2-819BDBFC9680}"/>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5" name="グループ化 44">
              <a:extLst>
                <a:ext uri="{FF2B5EF4-FFF2-40B4-BE49-F238E27FC236}">
                  <a16:creationId xmlns:a16="http://schemas.microsoft.com/office/drawing/2014/main" id="{CF12B543-9BE0-EA2A-FB3C-AE2956C737BC}"/>
                </a:ext>
              </a:extLst>
            </p:cNvPr>
            <p:cNvGrpSpPr/>
            <p:nvPr userDrawn="1"/>
          </p:nvGrpSpPr>
          <p:grpSpPr>
            <a:xfrm>
              <a:off x="4193001" y="2953613"/>
              <a:ext cx="545557" cy="545557"/>
              <a:chOff x="2036902" y="1420555"/>
              <a:chExt cx="682753" cy="682753"/>
            </a:xfrm>
            <a:effectLst/>
          </p:grpSpPr>
          <p:sp>
            <p:nvSpPr>
              <p:cNvPr id="58" name="楕円 57">
                <a:extLst>
                  <a:ext uri="{FF2B5EF4-FFF2-40B4-BE49-F238E27FC236}">
                    <a16:creationId xmlns:a16="http://schemas.microsoft.com/office/drawing/2014/main" id="{BA0C4B82-A11A-C880-FCE2-BD4B1F1BE408}"/>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9" name="グラフィックス 2">
                <a:extLst>
                  <a:ext uri="{FF2B5EF4-FFF2-40B4-BE49-F238E27FC236}">
                    <a16:creationId xmlns:a16="http://schemas.microsoft.com/office/drawing/2014/main" id="{B5E2B317-524F-FDB2-C5BD-DB60B6FC6D11}"/>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6" name="グループ化 45">
              <a:extLst>
                <a:ext uri="{FF2B5EF4-FFF2-40B4-BE49-F238E27FC236}">
                  <a16:creationId xmlns:a16="http://schemas.microsoft.com/office/drawing/2014/main" id="{C809CBA6-1B48-47F4-163B-3304EB2400DA}"/>
                </a:ext>
              </a:extLst>
            </p:cNvPr>
            <p:cNvGrpSpPr/>
            <p:nvPr userDrawn="1"/>
          </p:nvGrpSpPr>
          <p:grpSpPr>
            <a:xfrm>
              <a:off x="6721795" y="805781"/>
              <a:ext cx="545557" cy="545557"/>
              <a:chOff x="2036902" y="1420555"/>
              <a:chExt cx="682753" cy="682753"/>
            </a:xfrm>
            <a:effectLst/>
          </p:grpSpPr>
          <p:sp>
            <p:nvSpPr>
              <p:cNvPr id="56" name="楕円 55">
                <a:extLst>
                  <a:ext uri="{FF2B5EF4-FFF2-40B4-BE49-F238E27FC236}">
                    <a16:creationId xmlns:a16="http://schemas.microsoft.com/office/drawing/2014/main" id="{8D18A717-52A3-8158-665B-6F7B0A43C03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AD932C21-846E-896C-8154-36AF9D2AF29E}"/>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47" name="図 46">
              <a:extLst>
                <a:ext uri="{FF2B5EF4-FFF2-40B4-BE49-F238E27FC236}">
                  <a16:creationId xmlns:a16="http://schemas.microsoft.com/office/drawing/2014/main" id="{391F452F-9018-B941-0CFE-5B7D35AA8D6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239196" y="5233379"/>
              <a:ext cx="545555" cy="545555"/>
            </a:xfrm>
            <a:prstGeom prst="ellipse">
              <a:avLst/>
            </a:prstGeom>
            <a:solidFill>
              <a:schemeClr val="tx1">
                <a:lumMod val="65000"/>
                <a:lumOff val="35000"/>
              </a:schemeClr>
            </a:solidFill>
            <a:ln w="3175">
              <a:solidFill>
                <a:srgbClr val="1374FC"/>
              </a:solidFill>
            </a:ln>
            <a:effectLst/>
          </p:spPr>
        </p:pic>
        <p:cxnSp>
          <p:nvCxnSpPr>
            <p:cNvPr id="48" name="コネクタ: カギ線 47">
              <a:extLst>
                <a:ext uri="{FF2B5EF4-FFF2-40B4-BE49-F238E27FC236}">
                  <a16:creationId xmlns:a16="http://schemas.microsoft.com/office/drawing/2014/main" id="{C300DCBB-940E-002C-FD37-B9B0134D1626}"/>
                </a:ext>
              </a:extLst>
            </p:cNvPr>
            <p:cNvCxnSpPr>
              <a:cxnSpLocks/>
              <a:stCxn id="21" idx="3"/>
              <a:endCxn id="47" idx="0"/>
            </p:cNvCxnSpPr>
            <p:nvPr userDrawn="1"/>
          </p:nvCxnSpPr>
          <p:spPr>
            <a:xfrm>
              <a:off x="11281456" y="4201524"/>
              <a:ext cx="230518" cy="1031855"/>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2E31B23A-63D3-8AFB-BCF4-379BF60D6F78}"/>
                </a:ext>
              </a:extLst>
            </p:cNvPr>
            <p:cNvCxnSpPr>
              <a:cxnSpLocks/>
            </p:cNvCxnSpPr>
            <p:nvPr userDrawn="1"/>
          </p:nvCxnSpPr>
          <p:spPr>
            <a:xfrm>
              <a:off x="11511973" y="5778934"/>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9B437D7A-6B13-0044-8B1B-E9ECA4390D9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441144" y="5233379"/>
              <a:ext cx="545557" cy="545557"/>
            </a:xfrm>
            <a:prstGeom prst="ellipse">
              <a:avLst/>
            </a:prstGeom>
            <a:ln w="3175">
              <a:solidFill>
                <a:srgbClr val="F8191A"/>
              </a:solidFill>
            </a:ln>
            <a:effectLst/>
          </p:spPr>
        </p:pic>
        <p:grpSp>
          <p:nvGrpSpPr>
            <p:cNvPr id="51" name="グループ化 50">
              <a:extLst>
                <a:ext uri="{FF2B5EF4-FFF2-40B4-BE49-F238E27FC236}">
                  <a16:creationId xmlns:a16="http://schemas.microsoft.com/office/drawing/2014/main" id="{C7C8BE6D-58B2-260C-5124-C037AE6975DB}"/>
                </a:ext>
              </a:extLst>
            </p:cNvPr>
            <p:cNvGrpSpPr/>
            <p:nvPr userDrawn="1"/>
          </p:nvGrpSpPr>
          <p:grpSpPr>
            <a:xfrm>
              <a:off x="788182" y="2377013"/>
              <a:ext cx="788106" cy="560713"/>
              <a:chOff x="781940" y="2377013"/>
              <a:chExt cx="788106" cy="560713"/>
            </a:xfrm>
          </p:grpSpPr>
          <p:sp>
            <p:nvSpPr>
              <p:cNvPr id="53" name="フローチャート: 書類 52">
                <a:extLst>
                  <a:ext uri="{FF2B5EF4-FFF2-40B4-BE49-F238E27FC236}">
                    <a16:creationId xmlns:a16="http://schemas.microsoft.com/office/drawing/2014/main" id="{AFF307B2-3368-FF7B-B984-1323576BFC75}"/>
                  </a:ext>
                </a:extLst>
              </p:cNvPr>
              <p:cNvSpPr/>
              <p:nvPr userDrawn="1"/>
            </p:nvSpPr>
            <p:spPr>
              <a:xfrm>
                <a:off x="864133" y="2377013"/>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4" name="フローチャート: 書類 53">
                <a:extLst>
                  <a:ext uri="{FF2B5EF4-FFF2-40B4-BE49-F238E27FC236}">
                    <a16:creationId xmlns:a16="http://schemas.microsoft.com/office/drawing/2014/main" id="{475854A1-4708-A412-790C-FC7AFC4B75ED}"/>
                  </a:ext>
                </a:extLst>
              </p:cNvPr>
              <p:cNvSpPr/>
              <p:nvPr userDrawn="1"/>
            </p:nvSpPr>
            <p:spPr>
              <a:xfrm>
                <a:off x="823036" y="241810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5" name="フローチャート: 書類 54">
                <a:extLst>
                  <a:ext uri="{FF2B5EF4-FFF2-40B4-BE49-F238E27FC236}">
                    <a16:creationId xmlns:a16="http://schemas.microsoft.com/office/drawing/2014/main" id="{36CEC9FE-E967-F3AF-0F0B-8F3CFFDF6B7D}"/>
                  </a:ext>
                </a:extLst>
              </p:cNvPr>
              <p:cNvSpPr/>
              <p:nvPr userDrawn="1"/>
            </p:nvSpPr>
            <p:spPr>
              <a:xfrm>
                <a:off x="781940" y="2455670"/>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cxnSp>
          <p:nvCxnSpPr>
            <p:cNvPr id="52" name="直線矢印コネクタ 51">
              <a:extLst>
                <a:ext uri="{FF2B5EF4-FFF2-40B4-BE49-F238E27FC236}">
                  <a16:creationId xmlns:a16="http://schemas.microsoft.com/office/drawing/2014/main" id="{2D248A90-46EF-8660-A759-CA23A2BC2759}"/>
                </a:ext>
              </a:extLst>
            </p:cNvPr>
            <p:cNvCxnSpPr>
              <a:cxnSpLocks/>
            </p:cNvCxnSpPr>
            <p:nvPr userDrawn="1"/>
          </p:nvCxnSpPr>
          <p:spPr>
            <a:xfrm>
              <a:off x="1491918" y="2838591"/>
              <a:ext cx="221316" cy="22131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C949B656-5007-DC64-CFA0-551BF434C24E}"/>
              </a:ext>
            </a:extLst>
          </p:cNvPr>
          <p:cNvSpPr/>
          <p:nvPr userDrawn="1"/>
        </p:nvSpPr>
        <p:spPr>
          <a:xfrm>
            <a:off x="272668" y="35448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step1</a:t>
            </a:r>
            <a:endParaRPr lang="ja-JP" altLang="en-US" sz="1600"/>
          </a:p>
        </p:txBody>
      </p:sp>
      <p:grpSp>
        <p:nvGrpSpPr>
          <p:cNvPr id="5" name="グループ化 4">
            <a:extLst>
              <a:ext uri="{FF2B5EF4-FFF2-40B4-BE49-F238E27FC236}">
                <a16:creationId xmlns:a16="http://schemas.microsoft.com/office/drawing/2014/main" id="{149CDE39-9B81-6350-E585-A33148D01DCE}"/>
              </a:ext>
            </a:extLst>
          </p:cNvPr>
          <p:cNvGrpSpPr/>
          <p:nvPr userDrawn="1"/>
        </p:nvGrpSpPr>
        <p:grpSpPr>
          <a:xfrm>
            <a:off x="6263843" y="5260675"/>
            <a:ext cx="766220" cy="343084"/>
            <a:chOff x="2328672" y="1310640"/>
            <a:chExt cx="3267456" cy="1463040"/>
          </a:xfrm>
          <a:effectLst>
            <a:outerShdw blurRad="50800" dist="38100" dir="2700000" algn="tl" rotWithShape="0">
              <a:prstClr val="black">
                <a:alpha val="40000"/>
              </a:prstClr>
            </a:outerShdw>
          </a:effectLst>
        </p:grpSpPr>
        <p:grpSp>
          <p:nvGrpSpPr>
            <p:cNvPr id="6" name="グループ化 5">
              <a:extLst>
                <a:ext uri="{FF2B5EF4-FFF2-40B4-BE49-F238E27FC236}">
                  <a16:creationId xmlns:a16="http://schemas.microsoft.com/office/drawing/2014/main" id="{C1DD8F39-9E90-3176-EFF1-195778ED66B6}"/>
                </a:ext>
              </a:extLst>
            </p:cNvPr>
            <p:cNvGrpSpPr/>
            <p:nvPr userDrawn="1"/>
          </p:nvGrpSpPr>
          <p:grpSpPr>
            <a:xfrm>
              <a:off x="2328672" y="1310640"/>
              <a:ext cx="3267456" cy="1463040"/>
              <a:chOff x="2663952" y="1414272"/>
              <a:chExt cx="5108448" cy="3023616"/>
            </a:xfrm>
          </p:grpSpPr>
          <p:sp>
            <p:nvSpPr>
              <p:cNvPr id="8" name="思考の吹き出し: 雲形 7">
                <a:extLst>
                  <a:ext uri="{FF2B5EF4-FFF2-40B4-BE49-F238E27FC236}">
                    <a16:creationId xmlns:a16="http://schemas.microsoft.com/office/drawing/2014/main" id="{94399C9D-B5E0-B215-00FC-740041116C27}"/>
                  </a:ext>
                </a:extLst>
              </p:cNvPr>
              <p:cNvSpPr/>
              <p:nvPr userDrawn="1"/>
            </p:nvSpPr>
            <p:spPr>
              <a:xfrm rot="397592">
                <a:off x="2663952" y="1414272"/>
                <a:ext cx="5108448" cy="3023616"/>
              </a:xfrm>
              <a:prstGeom prst="cloudCallout">
                <a:avLst>
                  <a:gd name="adj1" fmla="val -57172"/>
                  <a:gd name="adj2" fmla="val 67057"/>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9" name="正方形/長方形 8">
                <a:extLst>
                  <a:ext uri="{FF2B5EF4-FFF2-40B4-BE49-F238E27FC236}">
                    <a16:creationId xmlns:a16="http://schemas.microsoft.com/office/drawing/2014/main" id="{BDABB4A4-F16C-ED07-850F-8ADDCDA2B802}"/>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7C155358-64C2-060E-6CCF-1EF04F873C7C}"/>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EA07246A-98B0-54A5-43B1-639A9EEEEDCE}"/>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7" name="正方形/長方形 6">
              <a:extLst>
                <a:ext uri="{FF2B5EF4-FFF2-40B4-BE49-F238E27FC236}">
                  <a16:creationId xmlns:a16="http://schemas.microsoft.com/office/drawing/2014/main" id="{0AD44C62-AA70-356B-4989-D0F5E23DD13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spTree>
    <p:extLst>
      <p:ext uri="{BB962C8B-B14F-4D97-AF65-F5344CB8AC3E}">
        <p14:creationId xmlns:p14="http://schemas.microsoft.com/office/powerpoint/2010/main" val="24489625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E55F9674-B84E-8582-57EE-645801FB37C8}"/>
              </a:ext>
            </a:extLst>
          </p:cNvPr>
          <p:cNvGrpSpPr/>
          <p:nvPr userDrawn="1"/>
        </p:nvGrpSpPr>
        <p:grpSpPr>
          <a:xfrm>
            <a:off x="501285" y="2097886"/>
            <a:ext cx="11366723" cy="3790331"/>
            <a:chOff x="124362" y="265746"/>
            <a:chExt cx="11366723" cy="3790331"/>
          </a:xfrm>
          <a:effectLst>
            <a:outerShdw blurRad="50800" dist="38100" dir="2700000" algn="tl" rotWithShape="0">
              <a:prstClr val="black">
                <a:alpha val="40000"/>
              </a:prstClr>
            </a:outerShdw>
          </a:effectLst>
        </p:grpSpPr>
        <p:sp>
          <p:nvSpPr>
            <p:cNvPr id="19" name="正方形/長方形 18">
              <a:extLst>
                <a:ext uri="{FF2B5EF4-FFF2-40B4-BE49-F238E27FC236}">
                  <a16:creationId xmlns:a16="http://schemas.microsoft.com/office/drawing/2014/main" id="{326F58B0-1BA3-E12B-6B97-FA72599D8CF2}"/>
                </a:ext>
              </a:extLst>
            </p:cNvPr>
            <p:cNvSpPr/>
            <p:nvPr userDrawn="1"/>
          </p:nvSpPr>
          <p:spPr>
            <a:xfrm>
              <a:off x="2134085"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generates the processed text.</a:t>
              </a:r>
              <a:endParaRPr lang="ja-JP" altLang="en-US" sz="800"/>
            </a:p>
          </p:txBody>
        </p:sp>
        <p:cxnSp>
          <p:nvCxnSpPr>
            <p:cNvPr id="20" name="直線矢印コネクタ 19">
              <a:extLst>
                <a:ext uri="{FF2B5EF4-FFF2-40B4-BE49-F238E27FC236}">
                  <a16:creationId xmlns:a16="http://schemas.microsoft.com/office/drawing/2014/main" id="{9476D1DE-7DF0-D101-4E49-9C23D1209A7B}"/>
                </a:ext>
              </a:extLst>
            </p:cNvPr>
            <p:cNvCxnSpPr>
              <a:cxnSpLocks/>
            </p:cNvCxnSpPr>
            <p:nvPr userDrawn="1"/>
          </p:nvCxnSpPr>
          <p:spPr>
            <a:xfrm>
              <a:off x="718776" y="2831308"/>
              <a:ext cx="355600"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四角形: 角を丸くする 20">
              <a:extLst>
                <a:ext uri="{FF2B5EF4-FFF2-40B4-BE49-F238E27FC236}">
                  <a16:creationId xmlns:a16="http://schemas.microsoft.com/office/drawing/2014/main" id="{27ACC951-D95A-1312-BCCF-1925B0D4C636}"/>
                </a:ext>
              </a:extLst>
            </p:cNvPr>
            <p:cNvSpPr/>
            <p:nvPr userDrawn="1"/>
          </p:nvSpPr>
          <p:spPr>
            <a:xfrm>
              <a:off x="124362" y="270021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22" name="直線矢印コネクタ 21">
              <a:extLst>
                <a:ext uri="{FF2B5EF4-FFF2-40B4-BE49-F238E27FC236}">
                  <a16:creationId xmlns:a16="http://schemas.microsoft.com/office/drawing/2014/main" id="{68A7A14C-C7A8-FDEF-0312-8459F09DADAB}"/>
                </a:ext>
              </a:extLst>
            </p:cNvPr>
            <p:cNvCxnSpPr>
              <a:cxnSpLocks/>
              <a:stCxn id="39" idx="4"/>
            </p:cNvCxnSpPr>
            <p:nvPr userDrawn="1"/>
          </p:nvCxnSpPr>
          <p:spPr>
            <a:xfrm flipH="1">
              <a:off x="2696052" y="1314109"/>
              <a:ext cx="3505" cy="1241134"/>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図 22">
              <a:extLst>
                <a:ext uri="{FF2B5EF4-FFF2-40B4-BE49-F238E27FC236}">
                  <a16:creationId xmlns:a16="http://schemas.microsoft.com/office/drawing/2014/main" id="{A7AD340B-A839-BBCB-F32B-26AD458E94A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2664" y="2558530"/>
              <a:ext cx="545557" cy="545557"/>
            </a:xfrm>
            <a:prstGeom prst="ellipse">
              <a:avLst/>
            </a:prstGeom>
            <a:ln w="3175">
              <a:solidFill>
                <a:srgbClr val="F8191A"/>
              </a:solidFill>
            </a:ln>
            <a:effectLst/>
          </p:spPr>
        </p:pic>
        <p:sp>
          <p:nvSpPr>
            <p:cNvPr id="24" name="フローチャート: 書類 23">
              <a:extLst>
                <a:ext uri="{FF2B5EF4-FFF2-40B4-BE49-F238E27FC236}">
                  <a16:creationId xmlns:a16="http://schemas.microsoft.com/office/drawing/2014/main" id="{75A462AB-5783-11A5-E847-15C61E118D10}"/>
                </a:ext>
              </a:extLst>
            </p:cNvPr>
            <p:cNvSpPr/>
            <p:nvPr userDrawn="1"/>
          </p:nvSpPr>
          <p:spPr>
            <a:xfrm>
              <a:off x="3617987" y="2590281"/>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processed text</a:t>
              </a:r>
              <a:endParaRPr lang="ja-JP" altLang="en-US" sz="800">
                <a:solidFill>
                  <a:schemeClr val="tx1">
                    <a:lumMod val="65000"/>
                    <a:lumOff val="35000"/>
                  </a:schemeClr>
                </a:solidFill>
              </a:endParaRPr>
            </a:p>
          </p:txBody>
        </p:sp>
        <p:sp>
          <p:nvSpPr>
            <p:cNvPr id="25" name="正方形/長方形 24">
              <a:extLst>
                <a:ext uri="{FF2B5EF4-FFF2-40B4-BE49-F238E27FC236}">
                  <a16:creationId xmlns:a16="http://schemas.microsoft.com/office/drawing/2014/main" id="{0FC79F3A-5A98-4A13-5C60-C42D0DC1AD75}"/>
                </a:ext>
              </a:extLst>
            </p:cNvPr>
            <p:cNvSpPr/>
            <p:nvPr userDrawn="1"/>
          </p:nvSpPr>
          <p:spPr>
            <a:xfrm>
              <a:off x="4676857"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processed text.</a:t>
              </a:r>
              <a:endParaRPr lang="ja-JP" altLang="en-US" sz="800"/>
            </a:p>
          </p:txBody>
        </p:sp>
        <p:sp>
          <p:nvSpPr>
            <p:cNvPr id="26" name="四角形: 角を丸くする 25">
              <a:extLst>
                <a:ext uri="{FF2B5EF4-FFF2-40B4-BE49-F238E27FC236}">
                  <a16:creationId xmlns:a16="http://schemas.microsoft.com/office/drawing/2014/main" id="{833E2A01-9E3B-26B8-A195-7458B00184D2}"/>
                </a:ext>
              </a:extLst>
            </p:cNvPr>
            <p:cNvSpPr/>
            <p:nvPr userDrawn="1"/>
          </p:nvSpPr>
          <p:spPr>
            <a:xfrm>
              <a:off x="6384253" y="3109951"/>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7" name="四角形: 角を丸くする 26">
              <a:extLst>
                <a:ext uri="{FF2B5EF4-FFF2-40B4-BE49-F238E27FC236}">
                  <a16:creationId xmlns:a16="http://schemas.microsoft.com/office/drawing/2014/main" id="{35B79529-13E5-3DE4-AC07-2BFF1CD6BC7E}"/>
                </a:ext>
              </a:extLst>
            </p:cNvPr>
            <p:cNvSpPr/>
            <p:nvPr userDrawn="1"/>
          </p:nvSpPr>
          <p:spPr>
            <a:xfrm>
              <a:off x="6384252" y="2190266"/>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28" name="コネクタ: カギ線 27">
              <a:extLst>
                <a:ext uri="{FF2B5EF4-FFF2-40B4-BE49-F238E27FC236}">
                  <a16:creationId xmlns:a16="http://schemas.microsoft.com/office/drawing/2014/main" id="{EA82CC2D-3F6A-9683-291C-2C099586B710}"/>
                </a:ext>
              </a:extLst>
            </p:cNvPr>
            <p:cNvCxnSpPr>
              <a:cxnSpLocks/>
            </p:cNvCxnSpPr>
            <p:nvPr userDrawn="1"/>
          </p:nvCxnSpPr>
          <p:spPr>
            <a:xfrm rot="10800000" flipH="1" flipV="1">
              <a:off x="6384251" y="2372754"/>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8A962EA6-F446-4A27-2CAA-2239DD2E8394}"/>
                </a:ext>
              </a:extLst>
            </p:cNvPr>
            <p:cNvCxnSpPr>
              <a:cxnSpLocks/>
            </p:cNvCxnSpPr>
            <p:nvPr userDrawn="1"/>
          </p:nvCxnSpPr>
          <p:spPr>
            <a:xfrm>
              <a:off x="5807803" y="2837173"/>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30" name="図 29">
              <a:extLst>
                <a:ext uri="{FF2B5EF4-FFF2-40B4-BE49-F238E27FC236}">
                  <a16:creationId xmlns:a16="http://schemas.microsoft.com/office/drawing/2014/main" id="{B9D023EB-8D3F-DFD3-51CB-90355070EB7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69551" y="2041544"/>
              <a:ext cx="545555" cy="545555"/>
            </a:xfrm>
            <a:prstGeom prst="ellipse">
              <a:avLst/>
            </a:prstGeom>
            <a:solidFill>
              <a:schemeClr val="tx1">
                <a:lumMod val="65000"/>
                <a:lumOff val="35000"/>
              </a:schemeClr>
            </a:solidFill>
            <a:ln w="3175">
              <a:solidFill>
                <a:srgbClr val="1374FC"/>
              </a:solidFill>
            </a:ln>
            <a:effectLst/>
          </p:spPr>
        </p:pic>
        <p:sp>
          <p:nvSpPr>
            <p:cNvPr id="31" name="正方形/長方形 30">
              <a:extLst>
                <a:ext uri="{FF2B5EF4-FFF2-40B4-BE49-F238E27FC236}">
                  <a16:creationId xmlns:a16="http://schemas.microsoft.com/office/drawing/2014/main" id="{F317C00E-014E-568C-5FCA-CF61A887F3C0}"/>
                </a:ext>
              </a:extLst>
            </p:cNvPr>
            <p:cNvSpPr/>
            <p:nvPr userDrawn="1"/>
          </p:nvSpPr>
          <p:spPr>
            <a:xfrm>
              <a:off x="4682254" y="769286"/>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Robot-G.</a:t>
              </a:r>
              <a:endParaRPr lang="ja-JP" altLang="en-US" sz="800"/>
            </a:p>
          </p:txBody>
        </p:sp>
        <p:sp>
          <p:nvSpPr>
            <p:cNvPr id="32" name="正方形/長方形 31">
              <a:extLst>
                <a:ext uri="{FF2B5EF4-FFF2-40B4-BE49-F238E27FC236}">
                  <a16:creationId xmlns:a16="http://schemas.microsoft.com/office/drawing/2014/main" id="{5EA93331-44D2-D6B5-8344-E7A21D541B7B}"/>
                </a:ext>
              </a:extLst>
            </p:cNvPr>
            <p:cNvSpPr/>
            <p:nvPr userDrawn="1"/>
          </p:nvSpPr>
          <p:spPr>
            <a:xfrm>
              <a:off x="7512322" y="3019661"/>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evaluate the processed text.</a:t>
              </a:r>
              <a:endParaRPr kumimoji="1" lang="ja-JP" altLang="en-US" sz="800"/>
            </a:p>
          </p:txBody>
        </p:sp>
        <p:grpSp>
          <p:nvGrpSpPr>
            <p:cNvPr id="33" name="グループ化 32">
              <a:extLst>
                <a:ext uri="{FF2B5EF4-FFF2-40B4-BE49-F238E27FC236}">
                  <a16:creationId xmlns:a16="http://schemas.microsoft.com/office/drawing/2014/main" id="{68810837-EE6C-12F7-806C-A268EB9A23D9}"/>
                </a:ext>
              </a:extLst>
            </p:cNvPr>
            <p:cNvGrpSpPr/>
            <p:nvPr userDrawn="1"/>
          </p:nvGrpSpPr>
          <p:grpSpPr>
            <a:xfrm>
              <a:off x="7824933" y="2512204"/>
              <a:ext cx="545557" cy="545557"/>
              <a:chOff x="2036902" y="1420555"/>
              <a:chExt cx="682753" cy="682753"/>
            </a:xfrm>
            <a:effectLst/>
          </p:grpSpPr>
          <p:sp>
            <p:nvSpPr>
              <p:cNvPr id="56" name="楕円 55">
                <a:extLst>
                  <a:ext uri="{FF2B5EF4-FFF2-40B4-BE49-F238E27FC236}">
                    <a16:creationId xmlns:a16="http://schemas.microsoft.com/office/drawing/2014/main" id="{A5815413-3FE2-723B-5499-6AD45E7AC7EC}"/>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626BD3F8-F7DA-1802-CB2A-0952657DBFD6}"/>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34" name="四角形: 角を丸くする 33">
              <a:extLst>
                <a:ext uri="{FF2B5EF4-FFF2-40B4-BE49-F238E27FC236}">
                  <a16:creationId xmlns:a16="http://schemas.microsoft.com/office/drawing/2014/main" id="{DCE0E197-940F-112C-2071-DF4E598DE56E}"/>
                </a:ext>
              </a:extLst>
            </p:cNvPr>
            <p:cNvSpPr/>
            <p:nvPr userDrawn="1"/>
          </p:nvSpPr>
          <p:spPr>
            <a:xfrm>
              <a:off x="9232072" y="3558493"/>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35" name="四角形: 角を丸くする 34">
              <a:extLst>
                <a:ext uri="{FF2B5EF4-FFF2-40B4-BE49-F238E27FC236}">
                  <a16:creationId xmlns:a16="http://schemas.microsoft.com/office/drawing/2014/main" id="{9995DBEE-483A-C970-351B-FB3F9A20AF2A}"/>
                </a:ext>
              </a:extLst>
            </p:cNvPr>
            <p:cNvSpPr/>
            <p:nvPr userDrawn="1"/>
          </p:nvSpPr>
          <p:spPr>
            <a:xfrm>
              <a:off x="9232071" y="2638808"/>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36" name="コネクタ: カギ線 35">
              <a:extLst>
                <a:ext uri="{FF2B5EF4-FFF2-40B4-BE49-F238E27FC236}">
                  <a16:creationId xmlns:a16="http://schemas.microsoft.com/office/drawing/2014/main" id="{DBE17E1F-46BC-6D74-FA2D-9FA928A42B5A}"/>
                </a:ext>
              </a:extLst>
            </p:cNvPr>
            <p:cNvCxnSpPr>
              <a:cxnSpLocks/>
            </p:cNvCxnSpPr>
            <p:nvPr userDrawn="1"/>
          </p:nvCxnSpPr>
          <p:spPr>
            <a:xfrm rot="10800000" flipH="1" flipV="1">
              <a:off x="9232070" y="2821296"/>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47A53648-E3F4-B4E5-633C-567918B8A687}"/>
                </a:ext>
              </a:extLst>
            </p:cNvPr>
            <p:cNvCxnSpPr>
              <a:cxnSpLocks/>
            </p:cNvCxnSpPr>
            <p:nvPr userDrawn="1"/>
          </p:nvCxnSpPr>
          <p:spPr>
            <a:xfrm>
              <a:off x="8655622" y="3285715"/>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E5112055-B312-D36F-45F2-89A1ADF02358}"/>
                </a:ext>
              </a:extLst>
            </p:cNvPr>
            <p:cNvGrpSpPr/>
            <p:nvPr userDrawn="1"/>
          </p:nvGrpSpPr>
          <p:grpSpPr>
            <a:xfrm>
              <a:off x="4969549" y="265746"/>
              <a:ext cx="545557" cy="545557"/>
              <a:chOff x="2036902" y="1420555"/>
              <a:chExt cx="682753" cy="682753"/>
            </a:xfrm>
            <a:effectLst/>
          </p:grpSpPr>
          <p:sp>
            <p:nvSpPr>
              <p:cNvPr id="54" name="楕円 53">
                <a:extLst>
                  <a:ext uri="{FF2B5EF4-FFF2-40B4-BE49-F238E27FC236}">
                    <a16:creationId xmlns:a16="http://schemas.microsoft.com/office/drawing/2014/main" id="{7E462FEE-DF3E-A007-15B3-DCED931CA6C2}"/>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5" name="グラフィックス 2">
                <a:extLst>
                  <a:ext uri="{FF2B5EF4-FFF2-40B4-BE49-F238E27FC236}">
                    <a16:creationId xmlns:a16="http://schemas.microsoft.com/office/drawing/2014/main" id="{7ECC0279-4E1D-A942-28EB-B57CF542B3F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39" name="図 38">
              <a:extLst>
                <a:ext uri="{FF2B5EF4-FFF2-40B4-BE49-F238E27FC236}">
                  <a16:creationId xmlns:a16="http://schemas.microsoft.com/office/drawing/2014/main" id="{8E374FB0-65F6-91FE-5DD7-ED4F91C4284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2426779" y="768553"/>
              <a:ext cx="545556" cy="545556"/>
            </a:xfrm>
            <a:prstGeom prst="ellipse">
              <a:avLst/>
            </a:prstGeom>
            <a:ln w="3175">
              <a:solidFill>
                <a:srgbClr val="F8191A"/>
              </a:solidFill>
            </a:ln>
            <a:effectLst/>
          </p:spPr>
        </p:pic>
        <p:cxnSp>
          <p:nvCxnSpPr>
            <p:cNvPr id="40" name="直線矢印コネクタ 39">
              <a:extLst>
                <a:ext uri="{FF2B5EF4-FFF2-40B4-BE49-F238E27FC236}">
                  <a16:creationId xmlns:a16="http://schemas.microsoft.com/office/drawing/2014/main" id="{AD8093F0-1FEB-0B92-A8BE-325A2F7EB4F3}"/>
                </a:ext>
              </a:extLst>
            </p:cNvPr>
            <p:cNvCxnSpPr>
              <a:cxnSpLocks/>
              <a:stCxn id="23" idx="6"/>
            </p:cNvCxnSpPr>
            <p:nvPr userDrawn="1"/>
          </p:nvCxnSpPr>
          <p:spPr>
            <a:xfrm flipV="1">
              <a:off x="1618221" y="2831308"/>
              <a:ext cx="51595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46DA8D84-FEDC-B3DE-9C7F-13C333900B6E}"/>
                </a:ext>
              </a:extLst>
            </p:cNvPr>
            <p:cNvCxnSpPr>
              <a:cxnSpLocks/>
              <a:stCxn id="19" idx="3"/>
              <a:endCxn id="24" idx="1"/>
            </p:cNvCxnSpPr>
            <p:nvPr userDrawn="1"/>
          </p:nvCxnSpPr>
          <p:spPr>
            <a:xfrm>
              <a:off x="326503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BF203A1D-8B7E-9B8D-4CD7-825050FBDF5B}"/>
                </a:ext>
              </a:extLst>
            </p:cNvPr>
            <p:cNvCxnSpPr>
              <a:cxnSpLocks/>
              <a:stCxn id="24" idx="3"/>
              <a:endCxn id="25" idx="1"/>
            </p:cNvCxnSpPr>
            <p:nvPr userDrawn="1"/>
          </p:nvCxnSpPr>
          <p:spPr>
            <a:xfrm>
              <a:off x="432390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0CB498D1-D57E-04D3-37BB-BDB78DE0FAE3}"/>
                </a:ext>
              </a:extLst>
            </p:cNvPr>
            <p:cNvCxnSpPr>
              <a:cxnSpLocks/>
              <a:stCxn id="31" idx="1"/>
            </p:cNvCxnSpPr>
            <p:nvPr userDrawn="1"/>
          </p:nvCxnSpPr>
          <p:spPr>
            <a:xfrm flipH="1" flipV="1">
              <a:off x="2972335" y="1041331"/>
              <a:ext cx="1709919" cy="73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4E34E805-81E0-8E8E-27AE-6458F7B74BA9}"/>
                </a:ext>
              </a:extLst>
            </p:cNvPr>
            <p:cNvCxnSpPr>
              <a:cxnSpLocks/>
              <a:stCxn id="35" idx="3"/>
              <a:endCxn id="31" idx="3"/>
            </p:cNvCxnSpPr>
            <p:nvPr userDrawn="1"/>
          </p:nvCxnSpPr>
          <p:spPr>
            <a:xfrm flipH="1" flipV="1">
              <a:off x="5813199" y="1042064"/>
              <a:ext cx="4175475" cy="1779233"/>
            </a:xfrm>
            <a:prstGeom prst="bentConnector3">
              <a:avLst>
                <a:gd name="adj1" fmla="val -10027"/>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矢印コネクタ 44">
              <a:extLst>
                <a:ext uri="{FF2B5EF4-FFF2-40B4-BE49-F238E27FC236}">
                  <a16:creationId xmlns:a16="http://schemas.microsoft.com/office/drawing/2014/main" id="{FDCF637D-D74B-FF51-438D-7DD7A1CA3545}"/>
                </a:ext>
              </a:extLst>
            </p:cNvPr>
            <p:cNvCxnSpPr>
              <a:cxnSpLocks/>
              <a:stCxn id="26" idx="3"/>
              <a:endCxn id="32" idx="1"/>
            </p:cNvCxnSpPr>
            <p:nvPr userDrawn="1"/>
          </p:nvCxnSpPr>
          <p:spPr>
            <a:xfrm flipV="1">
              <a:off x="7140856" y="3292439"/>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F2EAD14A-8536-C9A4-BF09-83AD3734E65F}"/>
                </a:ext>
              </a:extLst>
            </p:cNvPr>
            <p:cNvCxnSpPr>
              <a:cxnSpLocks/>
              <a:stCxn id="27" idx="3"/>
            </p:cNvCxnSpPr>
            <p:nvPr userDrawn="1"/>
          </p:nvCxnSpPr>
          <p:spPr>
            <a:xfrm flipV="1">
              <a:off x="7140855" y="1041331"/>
              <a:ext cx="371467" cy="1331424"/>
            </a:xfrm>
            <a:prstGeom prst="bentConnector2">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a16:creationId xmlns:a16="http://schemas.microsoft.com/office/drawing/2014/main" id="{80A43D53-6D55-7E67-06FB-250951FD89AB}"/>
                </a:ext>
              </a:extLst>
            </p:cNvPr>
            <p:cNvCxnSpPr>
              <a:cxnSpLocks/>
            </p:cNvCxnSpPr>
            <p:nvPr userDrawn="1"/>
          </p:nvCxnSpPr>
          <p:spPr>
            <a:xfrm flipV="1">
              <a:off x="1741815" y="3104086"/>
              <a:ext cx="399536" cy="39953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642A7D6F-B1AC-9C96-0242-4E72D0B8AD40}"/>
                </a:ext>
              </a:extLst>
            </p:cNvPr>
            <p:cNvGrpSpPr/>
            <p:nvPr userDrawn="1"/>
          </p:nvGrpSpPr>
          <p:grpSpPr>
            <a:xfrm>
              <a:off x="951974" y="3498485"/>
              <a:ext cx="788106" cy="557592"/>
              <a:chOff x="3165392" y="4449318"/>
              <a:chExt cx="788106" cy="557592"/>
            </a:xfrm>
          </p:grpSpPr>
          <p:sp>
            <p:nvSpPr>
              <p:cNvPr id="51" name="フローチャート: 書類 50">
                <a:extLst>
                  <a:ext uri="{FF2B5EF4-FFF2-40B4-BE49-F238E27FC236}">
                    <a16:creationId xmlns:a16="http://schemas.microsoft.com/office/drawing/2014/main" id="{A2AAFB92-99A7-3879-2E35-BE8B98CD455F}"/>
                  </a:ext>
                </a:extLst>
              </p:cNvPr>
              <p:cNvSpPr/>
              <p:nvPr userDrawn="1"/>
            </p:nvSpPr>
            <p:spPr>
              <a:xfrm>
                <a:off x="3247585" y="4449318"/>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2" name="フローチャート: 書類 51">
                <a:extLst>
                  <a:ext uri="{FF2B5EF4-FFF2-40B4-BE49-F238E27FC236}">
                    <a16:creationId xmlns:a16="http://schemas.microsoft.com/office/drawing/2014/main" id="{27E5C260-B1CD-81D6-BB9F-B51EEBDA7CC9}"/>
                  </a:ext>
                </a:extLst>
              </p:cNvPr>
              <p:cNvSpPr/>
              <p:nvPr userDrawn="1"/>
            </p:nvSpPr>
            <p:spPr>
              <a:xfrm>
                <a:off x="3206488" y="449041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3" name="フローチャート: 書類 52">
                <a:extLst>
                  <a:ext uri="{FF2B5EF4-FFF2-40B4-BE49-F238E27FC236}">
                    <a16:creationId xmlns:a16="http://schemas.microsoft.com/office/drawing/2014/main" id="{80E4A422-449C-7C49-1943-170388632993}"/>
                  </a:ext>
                </a:extLst>
              </p:cNvPr>
              <p:cNvSpPr/>
              <p:nvPr userDrawn="1"/>
            </p:nvSpPr>
            <p:spPr>
              <a:xfrm>
                <a:off x="3165392" y="452485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sp>
          <p:nvSpPr>
            <p:cNvPr id="49" name="正方形/長方形 48">
              <a:extLst>
                <a:ext uri="{FF2B5EF4-FFF2-40B4-BE49-F238E27FC236}">
                  <a16:creationId xmlns:a16="http://schemas.microsoft.com/office/drawing/2014/main" id="{BB96F3C2-DAD0-C500-32E8-3461CD7265F1}"/>
                </a:ext>
              </a:extLst>
            </p:cNvPr>
            <p:cNvSpPr/>
            <p:nvPr userDrawn="1"/>
          </p:nvSpPr>
          <p:spPr>
            <a:xfrm>
              <a:off x="10360140" y="347608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a:t>
              </a:r>
            </a:p>
            <a:p>
              <a:pPr algn="ctr"/>
              <a:r>
                <a:rPr lang="en-US" altLang="ja-JP" sz="800"/>
                <a:t>is available</a:t>
              </a:r>
              <a:endParaRPr lang="ja-JP" altLang="en-US" sz="800"/>
            </a:p>
          </p:txBody>
        </p:sp>
        <p:cxnSp>
          <p:nvCxnSpPr>
            <p:cNvPr id="50" name="直線矢印コネクタ 49">
              <a:extLst>
                <a:ext uri="{FF2B5EF4-FFF2-40B4-BE49-F238E27FC236}">
                  <a16:creationId xmlns:a16="http://schemas.microsoft.com/office/drawing/2014/main" id="{D274C60B-5600-E2E1-0189-35CCE8AE353C}"/>
                </a:ext>
              </a:extLst>
            </p:cNvPr>
            <p:cNvCxnSpPr>
              <a:cxnSpLocks/>
            </p:cNvCxnSpPr>
            <p:nvPr userDrawn="1"/>
          </p:nvCxnSpPr>
          <p:spPr>
            <a:xfrm flipV="1">
              <a:off x="9988674" y="3739512"/>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4" name="四角形: 角を丸くする 3">
            <a:extLst>
              <a:ext uri="{FF2B5EF4-FFF2-40B4-BE49-F238E27FC236}">
                <a16:creationId xmlns:a16="http://schemas.microsoft.com/office/drawing/2014/main" id="{015FE1DE-9BB4-57AC-4CCD-3BA3E222F350}"/>
              </a:ext>
            </a:extLst>
          </p:cNvPr>
          <p:cNvSpPr/>
          <p:nvPr userDrawn="1"/>
        </p:nvSpPr>
        <p:spPr>
          <a:xfrm>
            <a:off x="323992" y="969783"/>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step2</a:t>
            </a:r>
            <a:endParaRPr lang="ja-JP" altLang="en-US" sz="1600"/>
          </a:p>
        </p:txBody>
      </p:sp>
      <p:grpSp>
        <p:nvGrpSpPr>
          <p:cNvPr id="5" name="グループ化 4">
            <a:extLst>
              <a:ext uri="{FF2B5EF4-FFF2-40B4-BE49-F238E27FC236}">
                <a16:creationId xmlns:a16="http://schemas.microsoft.com/office/drawing/2014/main" id="{BD348A5F-B17B-139F-25A7-873C5FFDBA99}"/>
              </a:ext>
            </a:extLst>
          </p:cNvPr>
          <p:cNvGrpSpPr/>
          <p:nvPr userDrawn="1"/>
        </p:nvGrpSpPr>
        <p:grpSpPr>
          <a:xfrm>
            <a:off x="939912" y="3875183"/>
            <a:ext cx="766220" cy="343084"/>
            <a:chOff x="2328672" y="1310640"/>
            <a:chExt cx="3267456" cy="1463040"/>
          </a:xfrm>
          <a:effectLst>
            <a:outerShdw blurRad="50800" dist="38100" dir="2700000" algn="tl" rotWithShape="0">
              <a:prstClr val="black">
                <a:alpha val="40000"/>
              </a:prstClr>
            </a:outerShdw>
          </a:effectLst>
        </p:grpSpPr>
        <p:grpSp>
          <p:nvGrpSpPr>
            <p:cNvPr id="13" name="グループ化 12">
              <a:extLst>
                <a:ext uri="{FF2B5EF4-FFF2-40B4-BE49-F238E27FC236}">
                  <a16:creationId xmlns:a16="http://schemas.microsoft.com/office/drawing/2014/main" id="{AEC064F0-D341-3DC6-C286-F316B7DFB8AC}"/>
                </a:ext>
              </a:extLst>
            </p:cNvPr>
            <p:cNvGrpSpPr/>
            <p:nvPr userDrawn="1"/>
          </p:nvGrpSpPr>
          <p:grpSpPr>
            <a:xfrm>
              <a:off x="2328672" y="1310640"/>
              <a:ext cx="3267456" cy="1463040"/>
              <a:chOff x="2663952" y="1414272"/>
              <a:chExt cx="5108448" cy="3023616"/>
            </a:xfrm>
          </p:grpSpPr>
          <p:sp>
            <p:nvSpPr>
              <p:cNvPr id="15" name="思考の吹き出し: 雲形 14">
                <a:extLst>
                  <a:ext uri="{FF2B5EF4-FFF2-40B4-BE49-F238E27FC236}">
                    <a16:creationId xmlns:a16="http://schemas.microsoft.com/office/drawing/2014/main" id="{DBAB0282-B80C-9B12-E9E6-92DFEE86777D}"/>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6" name="正方形/長方形 15">
                <a:extLst>
                  <a:ext uri="{FF2B5EF4-FFF2-40B4-BE49-F238E27FC236}">
                    <a16:creationId xmlns:a16="http://schemas.microsoft.com/office/drawing/2014/main" id="{7A5681F9-F899-87BA-1CD8-C82C92552E60}"/>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7" name="正方形/長方形 16">
                <a:extLst>
                  <a:ext uri="{FF2B5EF4-FFF2-40B4-BE49-F238E27FC236}">
                    <a16:creationId xmlns:a16="http://schemas.microsoft.com/office/drawing/2014/main" id="{5684D3C4-4CD6-6CC9-64F2-0A7D8E95AA03}"/>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8" name="正方形/長方形 17">
                <a:extLst>
                  <a:ext uri="{FF2B5EF4-FFF2-40B4-BE49-F238E27FC236}">
                    <a16:creationId xmlns:a16="http://schemas.microsoft.com/office/drawing/2014/main" id="{9C709640-AA01-EA91-B596-16E03ED53E2A}"/>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14" name="正方形/長方形 13">
              <a:extLst>
                <a:ext uri="{FF2B5EF4-FFF2-40B4-BE49-F238E27FC236}">
                  <a16:creationId xmlns:a16="http://schemas.microsoft.com/office/drawing/2014/main" id="{D597C54E-1462-007D-FC6C-8EDE84926142}"/>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grpSp>
        <p:nvGrpSpPr>
          <p:cNvPr id="6" name="グループ化 5">
            <a:extLst>
              <a:ext uri="{FF2B5EF4-FFF2-40B4-BE49-F238E27FC236}">
                <a16:creationId xmlns:a16="http://schemas.microsoft.com/office/drawing/2014/main" id="{A3E7C3CA-615F-21BE-6957-90F0273B30A8}"/>
              </a:ext>
            </a:extLst>
          </p:cNvPr>
          <p:cNvGrpSpPr/>
          <p:nvPr userDrawn="1"/>
        </p:nvGrpSpPr>
        <p:grpSpPr>
          <a:xfrm>
            <a:off x="2253122" y="2084423"/>
            <a:ext cx="766220" cy="343084"/>
            <a:chOff x="2328672" y="1310640"/>
            <a:chExt cx="3267456" cy="1463040"/>
          </a:xfrm>
          <a:effectLst>
            <a:outerShdw blurRad="50800" dist="38100" dir="2700000" algn="tl" rotWithShape="0">
              <a:prstClr val="black">
                <a:alpha val="40000"/>
              </a:prstClr>
            </a:outerShdw>
          </a:effectLst>
        </p:grpSpPr>
        <p:grpSp>
          <p:nvGrpSpPr>
            <p:cNvPr id="7" name="グループ化 6">
              <a:extLst>
                <a:ext uri="{FF2B5EF4-FFF2-40B4-BE49-F238E27FC236}">
                  <a16:creationId xmlns:a16="http://schemas.microsoft.com/office/drawing/2014/main" id="{808781C8-31EC-7460-EB65-DBFCF1C0F5DD}"/>
                </a:ext>
              </a:extLst>
            </p:cNvPr>
            <p:cNvGrpSpPr/>
            <p:nvPr userDrawn="1"/>
          </p:nvGrpSpPr>
          <p:grpSpPr>
            <a:xfrm>
              <a:off x="2328672" y="1310640"/>
              <a:ext cx="3267456" cy="1463040"/>
              <a:chOff x="2663952" y="1414272"/>
              <a:chExt cx="5108448" cy="3023616"/>
            </a:xfrm>
          </p:grpSpPr>
          <p:sp>
            <p:nvSpPr>
              <p:cNvPr id="9" name="思考の吹き出し: 雲形 8">
                <a:extLst>
                  <a:ext uri="{FF2B5EF4-FFF2-40B4-BE49-F238E27FC236}">
                    <a16:creationId xmlns:a16="http://schemas.microsoft.com/office/drawing/2014/main" id="{B5DDCD8D-F24C-4BD9-BBA8-68D057DCE731}"/>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85D35874-09A7-AB17-CE54-1D25D933DFEA}"/>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250B45FA-8669-F7EA-0A53-9E082F492812}"/>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2" name="正方形/長方形 11">
                <a:extLst>
                  <a:ext uri="{FF2B5EF4-FFF2-40B4-BE49-F238E27FC236}">
                    <a16:creationId xmlns:a16="http://schemas.microsoft.com/office/drawing/2014/main" id="{67F7E47D-AB7F-4D46-999C-040FCD55E0ED}"/>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8" name="正方形/長方形 7">
              <a:extLst>
                <a:ext uri="{FF2B5EF4-FFF2-40B4-BE49-F238E27FC236}">
                  <a16:creationId xmlns:a16="http://schemas.microsoft.com/office/drawing/2014/main" id="{83B7FCA7-8B8B-CC00-F25F-917AD6EF220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Ver.X</a:t>
              </a:r>
              <a:endParaRPr kumimoji="1" lang="ja-JP" altLang="en-US" sz="800">
                <a:solidFill>
                  <a:schemeClr val="tx1"/>
                </a:solidFill>
              </a:endParaRPr>
            </a:p>
          </p:txBody>
        </p:sp>
      </p:grpSp>
    </p:spTree>
    <p:extLst>
      <p:ext uri="{BB962C8B-B14F-4D97-AF65-F5344CB8AC3E}">
        <p14:creationId xmlns:p14="http://schemas.microsoft.com/office/powerpoint/2010/main" val="21212311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DD0C8013-3BEB-6A20-D00B-6B26DC112FEB}"/>
              </a:ext>
            </a:extLst>
          </p:cNvPr>
          <p:cNvGraphicFramePr>
            <a:graphicFrameLocks noGrp="1"/>
          </p:cNvGraphicFramePr>
          <p:nvPr userDrawn="1">
            <p:extLst>
              <p:ext uri="{D42A27DB-BD31-4B8C-83A1-F6EECF244321}">
                <p14:modId xmlns:p14="http://schemas.microsoft.com/office/powerpoint/2010/main" val="2826744638"/>
              </p:ext>
            </p:extLst>
          </p:nvPr>
        </p:nvGraphicFramePr>
        <p:xfrm>
          <a:off x="133350" y="128455"/>
          <a:ext cx="11925300" cy="660109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23028">
                  <a:extLst>
                    <a:ext uri="{9D8B030D-6E8A-4147-A177-3AD203B41FA5}">
                      <a16:colId xmlns:a16="http://schemas.microsoft.com/office/drawing/2014/main" val="2777621706"/>
                    </a:ext>
                  </a:extLst>
                </a:gridCol>
                <a:gridCol w="2318342">
                  <a:extLst>
                    <a:ext uri="{9D8B030D-6E8A-4147-A177-3AD203B41FA5}">
                      <a16:colId xmlns:a16="http://schemas.microsoft.com/office/drawing/2014/main" val="308123450"/>
                    </a:ext>
                  </a:extLst>
                </a:gridCol>
                <a:gridCol w="8583930">
                  <a:extLst>
                    <a:ext uri="{9D8B030D-6E8A-4147-A177-3AD203B41FA5}">
                      <a16:colId xmlns:a16="http://schemas.microsoft.com/office/drawing/2014/main" val="2952094520"/>
                    </a:ext>
                  </a:extLst>
                </a:gridCol>
              </a:tblGrid>
              <a:tr h="437987">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43798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file containing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43798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437987">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594411">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the evaluation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437987">
                <a:tc row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*.criteria.txt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defines the evaluation criteria used to generate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rubric/*.evaluation_steps.json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437987">
                <a:tc vMerge="1">
                  <a:txBody>
                    <a:bodyPr/>
                    <a:lstStyle/>
                    <a:p>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BIZ UDゴシック" panose="020B0400000000000000" pitchFamily="49" charset="-128"/>
                          <a:cs typeface="Cascadia Mono" panose="020B0609020000020004" pitchFamily="49" charset="0"/>
                        </a:rPr>
                        <a:t>*.evaluation_steps.json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file defines the steps used for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864335"/>
                  </a:ext>
                </a:extLst>
              </a:tr>
              <a:tr h="43798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43798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43798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under source/</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594411">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59441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437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43798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report.html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28889612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2716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1" r:id="rId4"/>
    <p:sldLayoutId id="2147483652" r:id="rId5"/>
    <p:sldLayoutId id="2147483658" r:id="rId6"/>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15622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5218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5356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19129-3810-BE5A-81B5-603646231A2F}"/>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EF326780-DCAD-5CF3-4F83-E65340AB9C5B}"/>
              </a:ext>
            </a:extLst>
          </p:cNvPr>
          <p:cNvSpPr/>
          <p:nvPr/>
        </p:nvSpPr>
        <p:spPr>
          <a:xfrm>
            <a:off x="0" y="0"/>
            <a:ext cx="12192000" cy="6858000"/>
          </a:xfrm>
          <a:custGeom>
            <a:avLst/>
            <a:gdLst>
              <a:gd name="csX0" fmla="*/ 5836722 w 12192000"/>
              <a:gd name="csY0" fmla="*/ 2901538 h 6858000"/>
              <a:gd name="csX1" fmla="*/ 4892633 w 12192000"/>
              <a:gd name="csY1" fmla="*/ 3845627 h 6858000"/>
              <a:gd name="csX2" fmla="*/ 5836722 w 12192000"/>
              <a:gd name="csY2" fmla="*/ 4789716 h 6858000"/>
              <a:gd name="csX3" fmla="*/ 6780811 w 12192000"/>
              <a:gd name="csY3" fmla="*/ 3845627 h 6858000"/>
              <a:gd name="csX4" fmla="*/ 5836722 w 12192000"/>
              <a:gd name="csY4" fmla="*/ 2901538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2901538"/>
                </a:moveTo>
                <a:cubicBezTo>
                  <a:pt x="5315316" y="2901538"/>
                  <a:pt x="4892633" y="3324221"/>
                  <a:pt x="4892633" y="3845627"/>
                </a:cubicBezTo>
                <a:cubicBezTo>
                  <a:pt x="4892633" y="4367033"/>
                  <a:pt x="5315316" y="4789716"/>
                  <a:pt x="5836722" y="4789716"/>
                </a:cubicBezTo>
                <a:cubicBezTo>
                  <a:pt x="6358128" y="4789716"/>
                  <a:pt x="6780811" y="4367033"/>
                  <a:pt x="6780811" y="3845627"/>
                </a:cubicBezTo>
                <a:cubicBezTo>
                  <a:pt x="6780811" y="3324221"/>
                  <a:pt x="6358128" y="2901538"/>
                  <a:pt x="5836722" y="2901538"/>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498351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8846A-D3FB-CD26-D78C-C796BDF9FAF4}"/>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9F93DB41-FE19-C187-BF7C-9F7CA6F33DD5}"/>
              </a:ext>
            </a:extLst>
          </p:cNvPr>
          <p:cNvSpPr/>
          <p:nvPr/>
        </p:nvSpPr>
        <p:spPr>
          <a:xfrm>
            <a:off x="0" y="0"/>
            <a:ext cx="12192000" cy="6858000"/>
          </a:xfrm>
          <a:custGeom>
            <a:avLst/>
            <a:gdLst>
              <a:gd name="csX0" fmla="*/ 121919 w 12192000"/>
              <a:gd name="csY0" fmla="*/ 2464526 h 6858000"/>
              <a:gd name="csX1" fmla="*/ 121919 w 12192000"/>
              <a:gd name="csY1" fmla="*/ 3352800 h 6858000"/>
              <a:gd name="csX2" fmla="*/ 1149530 w 12192000"/>
              <a:gd name="csY2" fmla="*/ 3352800 h 6858000"/>
              <a:gd name="csX3" fmla="*/ 1149530 w 12192000"/>
              <a:gd name="csY3" fmla="*/ 2917371 h 6858000"/>
              <a:gd name="csX4" fmla="*/ 12070079 w 12192000"/>
              <a:gd name="csY4" fmla="*/ 2917371 h 6858000"/>
              <a:gd name="csX5" fmla="*/ 12070079 w 12192000"/>
              <a:gd name="csY5" fmla="*/ 2464526 h 6858000"/>
              <a:gd name="csX6" fmla="*/ 1149530 w 12192000"/>
              <a:gd name="csY6" fmla="*/ 2464526 h 6858000"/>
              <a:gd name="csX7" fmla="*/ 905690 w 12192000"/>
              <a:gd name="csY7" fmla="*/ 2464526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1919" y="2464526"/>
                </a:moveTo>
                <a:lnTo>
                  <a:pt x="121919" y="3352800"/>
                </a:lnTo>
                <a:lnTo>
                  <a:pt x="1149530" y="3352800"/>
                </a:lnTo>
                <a:lnTo>
                  <a:pt x="1149530" y="2917371"/>
                </a:lnTo>
                <a:lnTo>
                  <a:pt x="12070079" y="2917371"/>
                </a:lnTo>
                <a:lnTo>
                  <a:pt x="12070079" y="2464526"/>
                </a:lnTo>
                <a:lnTo>
                  <a:pt x="1149530" y="2464526"/>
                </a:lnTo>
                <a:lnTo>
                  <a:pt x="905690" y="24645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995160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902510D-6A1C-C57D-8887-693EE7C98DBE}"/>
              </a:ext>
            </a:extLst>
          </p:cNvPr>
          <p:cNvSpPr txBox="1"/>
          <p:nvPr/>
        </p:nvSpPr>
        <p:spPr>
          <a:xfrm>
            <a:off x="1800801" y="1659285"/>
            <a:ext cx="8590398" cy="3539430"/>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"accuracy",</a:t>
            </a:r>
          </a:p>
          <a:p>
            <a:r>
              <a:rPr lang="en-US" altLang="ja-JP" sz="800">
                <a:solidFill>
                  <a:schemeClr val="bg1"/>
                </a:solidFill>
                <a:latin typeface="BIZ UDゴシック" panose="020B0400000000000000" pitchFamily="49" charset="-128"/>
                <a:ea typeface="BIZ UDゴシック" panose="020B0400000000000000" pitchFamily="49" charset="-128"/>
              </a:rPr>
              <a:t>  </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does not contradict the original, and accurately reflects its content. It does not add facts, speculations, exaggerations, or assertions not present in the original, and does not treat uncertain information as fact. Insufficient amount of information should not be grounds for point deduction."</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"constraints",</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must use the same language as the input text and be 32 characters or less."</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"engagement",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roughly and accurately indicates the topic of the original and functions as a label that motivates readers to continue reading the article. It must not be heavily penalized solely for omitting the most striking element or for insufficient hook strength. Even if it is a concise expression focusing on a specific fact, statement, or person within the article, it meets the requirements as long as it appropriately indicates the topic based on the original. The fact that it does not cover the entire article, or that it only picks up a part of multiple characters or events, is not itself a reason for deduction. Only when information not present in the original is added to create artificial interest will it be considered a major penalty factor."</a:t>
            </a:r>
          </a:p>
          <a:p>
            <a:r>
              <a:rPr lang="en-US" altLang="ja-JP" sz="800">
                <a:solidFill>
                  <a:schemeClr val="bg1"/>
                </a:solidFill>
                <a:latin typeface="BIZ UDゴシック" panose="020B0400000000000000" pitchFamily="49" charset="-128"/>
                <a:ea typeface="BIZ UDゴシック" panose="020B0400000000000000" pitchFamily="49" charset="-128"/>
              </a:rPr>
              <a:t>}</a:t>
            </a:r>
          </a:p>
          <a:p>
            <a:endParaRPr lang="en-US" altLang="ja-JP" sz="800">
              <a:solidFill>
                <a:schemeClr val="bg1"/>
              </a:solidFill>
              <a:latin typeface="BIZ UDゴシック" panose="020B0400000000000000" pitchFamily="49" charset="-128"/>
              <a:ea typeface="BIZ UDゴシック" panose="020B0400000000000000" pitchFamily="49" charset="-128"/>
            </a:endParaRPr>
          </a:p>
          <a:p>
            <a:r>
              <a:rPr lang="en-US" altLang="ja-JP" sz="800">
                <a:solidFill>
                  <a:schemeClr val="bg1"/>
                </a:solidFill>
                <a:latin typeface="BIZ UDゴシック" panose="020B0400000000000000" pitchFamily="49" charset="-128"/>
                <a:ea typeface="BIZ UDゴシック" panose="020B0400000000000000" pitchFamily="49" charset="-128"/>
              </a:rPr>
              <a:t>{</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"name"</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"sensitivity",</a:t>
            </a:r>
          </a:p>
          <a:p>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"criteria"</a:t>
            </a:r>
            <a:r>
              <a:rPr lang="ja-JP" altLang="en-US" sz="800">
                <a:solidFill>
                  <a:schemeClr val="bg1"/>
                </a:solidFill>
                <a:latin typeface="BIZ UDゴシック" panose="020B0400000000000000" pitchFamily="49" charset="-128"/>
                <a:ea typeface="BIZ UDゴシック" panose="020B0400000000000000" pitchFamily="49" charset="-128"/>
              </a:rPr>
              <a:t>  </a:t>
            </a:r>
            <a:r>
              <a:rPr lang="en-US" altLang="ja-JP" sz="800">
                <a:solidFill>
                  <a:schemeClr val="bg1"/>
                </a:solidFill>
                <a:latin typeface="BIZ UDゴシック" panose="020B0400000000000000" pitchFamily="49" charset="-128"/>
                <a:ea typeface="BIZ UDゴシック" panose="020B0400000000000000" pitchFamily="49" charset="-128"/>
              </a:rPr>
              <a:t>: "The generated text shows appropriate consideration for sensitive content such as deaths, accidents, disasters, crimes, illnesses, suicide, discrimination, and human rights issues. It does not contain unnecessary condemnation or mockery toward victims, bereaved families, related parties, or individuals suspected of wrongdoing. It does not damage honor or credibility through speculation or unverified information. It does not use overly sensational or entertaining expressions regarding sensitive content to arouse reader interest."</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25490544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ED93-3F37-2B5C-4ED6-C6CB6FC91F4C}"/>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84F2EE8D-1C79-AC63-2453-730EE5CECE9C}"/>
              </a:ext>
            </a:extLst>
          </p:cNvPr>
          <p:cNvSpPr/>
          <p:nvPr/>
        </p:nvSpPr>
        <p:spPr>
          <a:xfrm>
            <a:off x="0" y="0"/>
            <a:ext cx="12192000" cy="6858000"/>
          </a:xfrm>
          <a:custGeom>
            <a:avLst/>
            <a:gdLst>
              <a:gd name="csX0" fmla="*/ 5836722 w 12192000"/>
              <a:gd name="csY0" fmla="*/ 3784271 h 6858000"/>
              <a:gd name="csX1" fmla="*/ 4892633 w 12192000"/>
              <a:gd name="csY1" fmla="*/ 4728360 h 6858000"/>
              <a:gd name="csX2" fmla="*/ 5836722 w 12192000"/>
              <a:gd name="csY2" fmla="*/ 5672449 h 6858000"/>
              <a:gd name="csX3" fmla="*/ 6780811 w 12192000"/>
              <a:gd name="csY3" fmla="*/ 4728360 h 6858000"/>
              <a:gd name="csX4" fmla="*/ 5836722 w 12192000"/>
              <a:gd name="csY4" fmla="*/ 378427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3784271"/>
                </a:moveTo>
                <a:cubicBezTo>
                  <a:pt x="5315316" y="3784271"/>
                  <a:pt x="4892633" y="4206954"/>
                  <a:pt x="4892633" y="4728360"/>
                </a:cubicBezTo>
                <a:cubicBezTo>
                  <a:pt x="4892633" y="5249766"/>
                  <a:pt x="5315316" y="5672449"/>
                  <a:pt x="5836722" y="5672449"/>
                </a:cubicBezTo>
                <a:cubicBezTo>
                  <a:pt x="6358128" y="5672449"/>
                  <a:pt x="6780811" y="5249766"/>
                  <a:pt x="6780811" y="4728360"/>
                </a:cubicBezTo>
                <a:cubicBezTo>
                  <a:pt x="6780811" y="4206954"/>
                  <a:pt x="6358128" y="3784271"/>
                  <a:pt x="5836722" y="378427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8975999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BA00A-FCB0-217A-2F6F-AD9DB630A3E5}"/>
            </a:ext>
          </a:extLst>
        </p:cNvPr>
        <p:cNvGrpSpPr/>
        <p:nvPr/>
      </p:nvGrpSpPr>
      <p:grpSpPr>
        <a:xfrm>
          <a:off x="0" y="0"/>
          <a:ext cx="0" cy="0"/>
          <a:chOff x="0" y="0"/>
          <a:chExt cx="0" cy="0"/>
        </a:xfrm>
      </p:grpSpPr>
      <p:sp>
        <p:nvSpPr>
          <p:cNvPr id="10" name="フリーフォーム: 図形 9">
            <a:extLst>
              <a:ext uri="{FF2B5EF4-FFF2-40B4-BE49-F238E27FC236}">
                <a16:creationId xmlns:a16="http://schemas.microsoft.com/office/drawing/2014/main" id="{F3795B1A-F94B-DE0A-495E-0DEF2E30E746}"/>
              </a:ext>
            </a:extLst>
          </p:cNvPr>
          <p:cNvSpPr/>
          <p:nvPr/>
        </p:nvSpPr>
        <p:spPr>
          <a:xfrm>
            <a:off x="0" y="0"/>
            <a:ext cx="12192000" cy="6858000"/>
          </a:xfrm>
          <a:custGeom>
            <a:avLst/>
            <a:gdLst>
              <a:gd name="csX0" fmla="*/ 121920 w 12192000"/>
              <a:gd name="csY0" fmla="*/ 3788227 h 6858000"/>
              <a:gd name="csX1" fmla="*/ 121920 w 12192000"/>
              <a:gd name="csY1" fmla="*/ 5860868 h 6858000"/>
              <a:gd name="csX2" fmla="*/ 1149531 w 12192000"/>
              <a:gd name="csY2" fmla="*/ 5860868 h 6858000"/>
              <a:gd name="csX3" fmla="*/ 1149531 w 12192000"/>
              <a:gd name="csY3" fmla="*/ 5268687 h 6858000"/>
              <a:gd name="csX4" fmla="*/ 12070081 w 12192000"/>
              <a:gd name="csY4" fmla="*/ 5268687 h 6858000"/>
              <a:gd name="csX5" fmla="*/ 12070081 w 12192000"/>
              <a:gd name="csY5" fmla="*/ 4659087 h 6858000"/>
              <a:gd name="csX6" fmla="*/ 1149531 w 12192000"/>
              <a:gd name="csY6" fmla="*/ 4659087 h 6858000"/>
              <a:gd name="csX7" fmla="*/ 1149531 w 12192000"/>
              <a:gd name="csY7" fmla="*/ 3788227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1920" y="3788227"/>
                </a:moveTo>
                <a:lnTo>
                  <a:pt x="121920" y="5860868"/>
                </a:lnTo>
                <a:lnTo>
                  <a:pt x="1149531" y="5860868"/>
                </a:lnTo>
                <a:lnTo>
                  <a:pt x="1149531" y="5268687"/>
                </a:lnTo>
                <a:lnTo>
                  <a:pt x="12070081" y="5268687"/>
                </a:lnTo>
                <a:lnTo>
                  <a:pt x="12070081" y="4659087"/>
                </a:lnTo>
                <a:lnTo>
                  <a:pt x="1149531" y="4659087"/>
                </a:lnTo>
                <a:lnTo>
                  <a:pt x="1149531" y="3788227"/>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1" name="グループ化 10">
            <a:extLst>
              <a:ext uri="{FF2B5EF4-FFF2-40B4-BE49-F238E27FC236}">
                <a16:creationId xmlns:a16="http://schemas.microsoft.com/office/drawing/2014/main" id="{4458B3FA-DD5F-7E65-3D02-B66BE681EA03}"/>
              </a:ext>
            </a:extLst>
          </p:cNvPr>
          <p:cNvGrpSpPr/>
          <p:nvPr/>
        </p:nvGrpSpPr>
        <p:grpSpPr>
          <a:xfrm>
            <a:off x="2181475" y="5457620"/>
            <a:ext cx="1614399" cy="722865"/>
            <a:chOff x="2328672" y="1310640"/>
            <a:chExt cx="3267456" cy="1463040"/>
          </a:xfrm>
          <a:effectLst>
            <a:outerShdw blurRad="50800" dist="38100" dir="2700000" algn="tl" rotWithShape="0">
              <a:prstClr val="black">
                <a:alpha val="40000"/>
              </a:prstClr>
            </a:outerShdw>
          </a:effectLst>
        </p:grpSpPr>
        <p:grpSp>
          <p:nvGrpSpPr>
            <p:cNvPr id="12" name="グループ化 11">
              <a:extLst>
                <a:ext uri="{FF2B5EF4-FFF2-40B4-BE49-F238E27FC236}">
                  <a16:creationId xmlns:a16="http://schemas.microsoft.com/office/drawing/2014/main" id="{E41D383B-0D1B-A49A-4A42-20E5BF6202DB}"/>
                </a:ext>
              </a:extLst>
            </p:cNvPr>
            <p:cNvGrpSpPr/>
            <p:nvPr/>
          </p:nvGrpSpPr>
          <p:grpSpPr>
            <a:xfrm>
              <a:off x="2328672" y="1310640"/>
              <a:ext cx="3267456" cy="1463040"/>
              <a:chOff x="2663952" y="1414272"/>
              <a:chExt cx="5108448" cy="3023616"/>
            </a:xfrm>
          </p:grpSpPr>
          <p:sp>
            <p:nvSpPr>
              <p:cNvPr id="14" name="思考の吹き出し: 雲形 13">
                <a:extLst>
                  <a:ext uri="{FF2B5EF4-FFF2-40B4-BE49-F238E27FC236}">
                    <a16:creationId xmlns:a16="http://schemas.microsoft.com/office/drawing/2014/main" id="{46FE8C73-F6EE-726E-7C5D-F91D0468D34F}"/>
                  </a:ext>
                </a:extLst>
              </p:cNvPr>
              <p:cNvSpPr/>
              <p:nvPr/>
            </p:nvSpPr>
            <p:spPr>
              <a:xfrm rot="397592">
                <a:off x="2663952" y="1414272"/>
                <a:ext cx="5108448" cy="3023616"/>
              </a:xfrm>
              <a:prstGeom prst="cloudCallout">
                <a:avLst>
                  <a:gd name="adj1" fmla="val -21667"/>
                  <a:gd name="adj2" fmla="val -87520"/>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13597ACE-9AD8-56F9-3508-391FF01F017A}"/>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581811C4-C0E0-EC59-2668-BF31AA0B50F5}"/>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7" name="正方形/長方形 16">
                <a:extLst>
                  <a:ext uri="{FF2B5EF4-FFF2-40B4-BE49-F238E27FC236}">
                    <a16:creationId xmlns:a16="http://schemas.microsoft.com/office/drawing/2014/main" id="{50854E96-5E54-8F33-97EB-829FEEC460C3}"/>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3" name="正方形/長方形 12">
              <a:extLst>
                <a:ext uri="{FF2B5EF4-FFF2-40B4-BE49-F238E27FC236}">
                  <a16:creationId xmlns:a16="http://schemas.microsoft.com/office/drawing/2014/main" id="{D648335D-87F0-644B-F9C2-460404AEBF18}"/>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74489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A5AE-95E7-B385-09EA-C3D42755D84F}"/>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CCA91CED-E7AB-EBAE-680C-1E5F5796E3F4}"/>
              </a:ext>
            </a:extLst>
          </p:cNvPr>
          <p:cNvSpPr/>
          <p:nvPr/>
        </p:nvSpPr>
        <p:spPr>
          <a:xfrm>
            <a:off x="0" y="0"/>
            <a:ext cx="12192000" cy="6858000"/>
          </a:xfrm>
          <a:custGeom>
            <a:avLst/>
            <a:gdLst>
              <a:gd name="csX0" fmla="*/ 9498284 w 12192000"/>
              <a:gd name="csY0" fmla="*/ 2921329 h 6858000"/>
              <a:gd name="csX1" fmla="*/ 8558154 w 12192000"/>
              <a:gd name="csY1" fmla="*/ 3861459 h 6858000"/>
              <a:gd name="csX2" fmla="*/ 9498284 w 12192000"/>
              <a:gd name="csY2" fmla="*/ 4801589 h 6858000"/>
              <a:gd name="csX3" fmla="*/ 10438414 w 12192000"/>
              <a:gd name="csY3" fmla="*/ 3861459 h 6858000"/>
              <a:gd name="csX4" fmla="*/ 9498284 w 12192000"/>
              <a:gd name="csY4" fmla="*/ 2921329 h 6858000"/>
              <a:gd name="csX5" fmla="*/ 7336970 w 12192000"/>
              <a:gd name="csY5" fmla="*/ 748143 h 6858000"/>
              <a:gd name="csX6" fmla="*/ 6392881 w 12192000"/>
              <a:gd name="csY6" fmla="*/ 1692232 h 6858000"/>
              <a:gd name="csX7" fmla="*/ 7336970 w 12192000"/>
              <a:gd name="csY7" fmla="*/ 2636321 h 6858000"/>
              <a:gd name="csX8" fmla="*/ 8281059 w 12192000"/>
              <a:gd name="csY8" fmla="*/ 1692232 h 6858000"/>
              <a:gd name="csX9" fmla="*/ 7336970 w 12192000"/>
              <a:gd name="csY9" fmla="*/ 748143 h 6858000"/>
              <a:gd name="csX10" fmla="*/ 0 w 12192000"/>
              <a:gd name="csY10" fmla="*/ 0 h 6858000"/>
              <a:gd name="csX11" fmla="*/ 12192000 w 12192000"/>
              <a:gd name="csY11" fmla="*/ 0 h 6858000"/>
              <a:gd name="csX12" fmla="*/ 12192000 w 12192000"/>
              <a:gd name="csY12" fmla="*/ 6858000 h 6858000"/>
              <a:gd name="csX13" fmla="*/ 0 w 12192000"/>
              <a:gd name="csY13"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192000" h="6858000">
                <a:moveTo>
                  <a:pt x="9498284" y="2921329"/>
                </a:moveTo>
                <a:cubicBezTo>
                  <a:pt x="8979065" y="2921329"/>
                  <a:pt x="8558154" y="3342240"/>
                  <a:pt x="8558154" y="3861459"/>
                </a:cubicBezTo>
                <a:cubicBezTo>
                  <a:pt x="8558154" y="4380678"/>
                  <a:pt x="8979065" y="4801589"/>
                  <a:pt x="9498284" y="4801589"/>
                </a:cubicBezTo>
                <a:cubicBezTo>
                  <a:pt x="10017503" y="4801589"/>
                  <a:pt x="10438414" y="4380678"/>
                  <a:pt x="10438414" y="3861459"/>
                </a:cubicBezTo>
                <a:cubicBezTo>
                  <a:pt x="10438414" y="3342240"/>
                  <a:pt x="10017503" y="2921329"/>
                  <a:pt x="9498284" y="2921329"/>
                </a:cubicBezTo>
                <a:close/>
                <a:moveTo>
                  <a:pt x="7336970" y="748143"/>
                </a:moveTo>
                <a:cubicBezTo>
                  <a:pt x="6815564" y="748143"/>
                  <a:pt x="6392881" y="1170826"/>
                  <a:pt x="6392881" y="1692232"/>
                </a:cubicBezTo>
                <a:cubicBezTo>
                  <a:pt x="6392881" y="2213638"/>
                  <a:pt x="6815564" y="2636321"/>
                  <a:pt x="7336970" y="2636321"/>
                </a:cubicBezTo>
                <a:cubicBezTo>
                  <a:pt x="7858376" y="2636321"/>
                  <a:pt x="8281059" y="2213638"/>
                  <a:pt x="8281059" y="1692232"/>
                </a:cubicBezTo>
                <a:cubicBezTo>
                  <a:pt x="8281059" y="1170826"/>
                  <a:pt x="7858376" y="748143"/>
                  <a:pt x="7336970" y="748143"/>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5486280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FC61F-A9C7-6D93-D8EA-1C6F7367B928}"/>
            </a:ext>
          </a:extLst>
        </p:cNvPr>
        <p:cNvGrpSpPr/>
        <p:nvPr/>
      </p:nvGrpSpPr>
      <p:grpSpPr>
        <a:xfrm>
          <a:off x="0" y="0"/>
          <a:ext cx="0" cy="0"/>
          <a:chOff x="0" y="0"/>
          <a:chExt cx="0" cy="0"/>
        </a:xfrm>
      </p:grpSpPr>
      <p:sp>
        <p:nvSpPr>
          <p:cNvPr id="12" name="フリーフォーム: 図形 11">
            <a:extLst>
              <a:ext uri="{FF2B5EF4-FFF2-40B4-BE49-F238E27FC236}">
                <a16:creationId xmlns:a16="http://schemas.microsoft.com/office/drawing/2014/main" id="{C8C4F1CA-8AA7-19F4-A717-64F51061BAA3}"/>
              </a:ext>
            </a:extLst>
          </p:cNvPr>
          <p:cNvSpPr/>
          <p:nvPr/>
        </p:nvSpPr>
        <p:spPr>
          <a:xfrm>
            <a:off x="0" y="0"/>
            <a:ext cx="12192000" cy="6858000"/>
          </a:xfrm>
          <a:custGeom>
            <a:avLst/>
            <a:gdLst>
              <a:gd name="csX0" fmla="*/ 121920 w 12192000"/>
              <a:gd name="csY0" fmla="*/ 3788226 h 6858000"/>
              <a:gd name="csX1" fmla="*/ 121920 w 12192000"/>
              <a:gd name="csY1" fmla="*/ 5860867 h 6858000"/>
              <a:gd name="csX2" fmla="*/ 853441 w 12192000"/>
              <a:gd name="csY2" fmla="*/ 5860867 h 6858000"/>
              <a:gd name="csX3" fmla="*/ 853441 w 12192000"/>
              <a:gd name="csY3" fmla="*/ 5860868 h 6858000"/>
              <a:gd name="csX4" fmla="*/ 12070081 w 12192000"/>
              <a:gd name="csY4" fmla="*/ 5860868 h 6858000"/>
              <a:gd name="csX5" fmla="*/ 12070081 w 12192000"/>
              <a:gd name="csY5" fmla="*/ 5251268 h 6858000"/>
              <a:gd name="csX6" fmla="*/ 1149531 w 12192000"/>
              <a:gd name="csY6" fmla="*/ 5251268 h 6858000"/>
              <a:gd name="csX7" fmla="*/ 1149531 w 12192000"/>
              <a:gd name="csY7" fmla="*/ 3788226 h 6858000"/>
              <a:gd name="csX8" fmla="*/ 121919 w 12192000"/>
              <a:gd name="csY8" fmla="*/ 2464526 h 6858000"/>
              <a:gd name="csX9" fmla="*/ 121919 w 12192000"/>
              <a:gd name="csY9" fmla="*/ 3352800 h 6858000"/>
              <a:gd name="csX10" fmla="*/ 1149530 w 12192000"/>
              <a:gd name="csY10" fmla="*/ 3352800 h 6858000"/>
              <a:gd name="csX11" fmla="*/ 1149530 w 12192000"/>
              <a:gd name="csY11" fmla="*/ 2917371 h 6858000"/>
              <a:gd name="csX12" fmla="*/ 12070079 w 12192000"/>
              <a:gd name="csY12" fmla="*/ 2917371 h 6858000"/>
              <a:gd name="csX13" fmla="*/ 12070079 w 12192000"/>
              <a:gd name="csY13" fmla="*/ 2464526 h 6858000"/>
              <a:gd name="csX14" fmla="*/ 1149530 w 12192000"/>
              <a:gd name="csY14" fmla="*/ 2464526 h 6858000"/>
              <a:gd name="csX15" fmla="*/ 923108 w 12192000"/>
              <a:gd name="csY15" fmla="*/ 2464526 h 6858000"/>
              <a:gd name="csX16" fmla="*/ 0 w 12192000"/>
              <a:gd name="csY16" fmla="*/ 0 h 6858000"/>
              <a:gd name="csX17" fmla="*/ 12192000 w 12192000"/>
              <a:gd name="csY17" fmla="*/ 0 h 6858000"/>
              <a:gd name="csX18" fmla="*/ 12192000 w 12192000"/>
              <a:gd name="csY18" fmla="*/ 6858000 h 6858000"/>
              <a:gd name="csX19" fmla="*/ 0 w 12192000"/>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2192000" h="6858000">
                <a:moveTo>
                  <a:pt x="121920" y="3788226"/>
                </a:moveTo>
                <a:lnTo>
                  <a:pt x="121920" y="5860867"/>
                </a:lnTo>
                <a:lnTo>
                  <a:pt x="853441" y="5860867"/>
                </a:lnTo>
                <a:lnTo>
                  <a:pt x="853441" y="5860868"/>
                </a:lnTo>
                <a:lnTo>
                  <a:pt x="12070081" y="5860868"/>
                </a:lnTo>
                <a:lnTo>
                  <a:pt x="12070081" y="5251268"/>
                </a:lnTo>
                <a:lnTo>
                  <a:pt x="1149531" y="5251268"/>
                </a:lnTo>
                <a:lnTo>
                  <a:pt x="1149531" y="3788226"/>
                </a:lnTo>
                <a:close/>
                <a:moveTo>
                  <a:pt x="121919" y="2464526"/>
                </a:moveTo>
                <a:lnTo>
                  <a:pt x="121919" y="3352800"/>
                </a:lnTo>
                <a:lnTo>
                  <a:pt x="1149530" y="3352800"/>
                </a:lnTo>
                <a:lnTo>
                  <a:pt x="1149530" y="2917371"/>
                </a:lnTo>
                <a:lnTo>
                  <a:pt x="12070079" y="2917371"/>
                </a:lnTo>
                <a:lnTo>
                  <a:pt x="12070079" y="2464526"/>
                </a:lnTo>
                <a:lnTo>
                  <a:pt x="1149530" y="2464526"/>
                </a:lnTo>
                <a:lnTo>
                  <a:pt x="923108" y="24645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0583918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ADD19-8A82-86C8-8BD4-C9C84B98209F}"/>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EE93CA8D-8F6D-C2F3-E4A7-5F804148A440}"/>
              </a:ext>
            </a:extLst>
          </p:cNvPr>
          <p:cNvSpPr/>
          <p:nvPr/>
        </p:nvSpPr>
        <p:spPr>
          <a:xfrm>
            <a:off x="0" y="0"/>
            <a:ext cx="12192000" cy="6858000"/>
          </a:xfrm>
          <a:custGeom>
            <a:avLst/>
            <a:gdLst>
              <a:gd name="csX0" fmla="*/ 0 w 12192000"/>
              <a:gd name="csY0" fmla="*/ 0 h 6858000"/>
              <a:gd name="csX1" fmla="*/ 12192000 w 12192000"/>
              <a:gd name="csY1" fmla="*/ 0 h 6858000"/>
              <a:gd name="csX2" fmla="*/ 12192000 w 12192000"/>
              <a:gd name="csY2" fmla="*/ 4364022 h 6858000"/>
              <a:gd name="csX3" fmla="*/ 12159731 w 12192000"/>
              <a:gd name="csY3" fmla="*/ 4337398 h 6858000"/>
              <a:gd name="csX4" fmla="*/ 11631882 w 12192000"/>
              <a:gd name="csY4" fmla="*/ 4176162 h 6858000"/>
              <a:gd name="csX5" fmla="*/ 10687793 w 12192000"/>
              <a:gd name="csY5" fmla="*/ 5120251 h 6858000"/>
              <a:gd name="csX6" fmla="*/ 11631882 w 12192000"/>
              <a:gd name="csY6" fmla="*/ 6064340 h 6858000"/>
              <a:gd name="csX7" fmla="*/ 12159731 w 12192000"/>
              <a:gd name="csY7" fmla="*/ 5903104 h 6858000"/>
              <a:gd name="csX8" fmla="*/ 12192000 w 12192000"/>
              <a:gd name="csY8" fmla="*/ 5876480 h 6858000"/>
              <a:gd name="csX9" fmla="*/ 12192000 w 12192000"/>
              <a:gd name="csY9" fmla="*/ 6858000 h 6858000"/>
              <a:gd name="csX10" fmla="*/ 0 w 12192000"/>
              <a:gd name="csY10" fmla="*/ 6858000 h 6858000"/>
              <a:gd name="csX11" fmla="*/ 0 w 12192000"/>
              <a:gd name="csY1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0" y="0"/>
                </a:moveTo>
                <a:lnTo>
                  <a:pt x="12192000" y="0"/>
                </a:lnTo>
                <a:lnTo>
                  <a:pt x="12192000" y="4364022"/>
                </a:lnTo>
                <a:lnTo>
                  <a:pt x="12159731" y="4337398"/>
                </a:lnTo>
                <a:cubicBezTo>
                  <a:pt x="12009054" y="4235602"/>
                  <a:pt x="11827409" y="4176162"/>
                  <a:pt x="11631882" y="4176162"/>
                </a:cubicBezTo>
                <a:cubicBezTo>
                  <a:pt x="11110476" y="4176162"/>
                  <a:pt x="10687793" y="4598845"/>
                  <a:pt x="10687793" y="5120251"/>
                </a:cubicBezTo>
                <a:cubicBezTo>
                  <a:pt x="10687793" y="5641657"/>
                  <a:pt x="11110476" y="6064340"/>
                  <a:pt x="11631882" y="6064340"/>
                </a:cubicBezTo>
                <a:cubicBezTo>
                  <a:pt x="11827409" y="6064340"/>
                  <a:pt x="12009054" y="6004900"/>
                  <a:pt x="12159731" y="5903104"/>
                </a:cubicBezTo>
                <a:lnTo>
                  <a:pt x="12192000" y="5876480"/>
                </a:lnTo>
                <a:lnTo>
                  <a:pt x="12192000" y="6858000"/>
                </a:lnTo>
                <a:lnTo>
                  <a:pt x="0" y="6858000"/>
                </a:lnTo>
                <a:lnTo>
                  <a:pt x="0" y="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4113332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F548F-1883-2EE8-E3A9-C2D5094EAB5F}"/>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D6F9620D-901A-1518-7F22-7EA925F2F25A}"/>
              </a:ext>
            </a:extLst>
          </p:cNvPr>
          <p:cNvSpPr/>
          <p:nvPr/>
        </p:nvSpPr>
        <p:spPr>
          <a:xfrm>
            <a:off x="0" y="0"/>
            <a:ext cx="12192000" cy="6858000"/>
          </a:xfrm>
          <a:custGeom>
            <a:avLst/>
            <a:gdLst>
              <a:gd name="csX0" fmla="*/ 775062 w 12192000"/>
              <a:gd name="csY0" fmla="*/ 3788225 h 6858000"/>
              <a:gd name="csX1" fmla="*/ 775062 w 12192000"/>
              <a:gd name="csY1" fmla="*/ 3788226 h 6858000"/>
              <a:gd name="csX2" fmla="*/ 121919 w 12192000"/>
              <a:gd name="csY2" fmla="*/ 3788226 h 6858000"/>
              <a:gd name="csX3" fmla="*/ 121919 w 12192000"/>
              <a:gd name="csY3" fmla="*/ 5860867 h 6858000"/>
              <a:gd name="csX4" fmla="*/ 1149530 w 12192000"/>
              <a:gd name="csY4" fmla="*/ 5860867 h 6858000"/>
              <a:gd name="csX5" fmla="*/ 1149530 w 12192000"/>
              <a:gd name="csY5" fmla="*/ 4241070 h 6858000"/>
              <a:gd name="csX6" fmla="*/ 12070079 w 12192000"/>
              <a:gd name="csY6" fmla="*/ 4241070 h 6858000"/>
              <a:gd name="csX7" fmla="*/ 12070079 w 12192000"/>
              <a:gd name="csY7" fmla="*/ 3788225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775062" y="3788225"/>
                </a:moveTo>
                <a:lnTo>
                  <a:pt x="775062" y="3788226"/>
                </a:lnTo>
                <a:lnTo>
                  <a:pt x="121919" y="3788226"/>
                </a:lnTo>
                <a:lnTo>
                  <a:pt x="121919" y="5860867"/>
                </a:lnTo>
                <a:lnTo>
                  <a:pt x="1149530" y="5860867"/>
                </a:lnTo>
                <a:lnTo>
                  <a:pt x="1149530" y="4241070"/>
                </a:lnTo>
                <a:lnTo>
                  <a:pt x="12070079" y="4241070"/>
                </a:lnTo>
                <a:lnTo>
                  <a:pt x="12070079" y="3788225"/>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BA4D9806-347E-3303-ED02-879724577D6E}"/>
              </a:ext>
            </a:extLst>
          </p:cNvPr>
          <p:cNvGrpSpPr/>
          <p:nvPr/>
        </p:nvGrpSpPr>
        <p:grpSpPr>
          <a:xfrm>
            <a:off x="2329520" y="4421300"/>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DD88CE34-87EE-D3E9-1F38-6E88CC9AA1E7}"/>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395F5AF6-EF08-E0A8-BE55-F1B34A65D66D}"/>
                  </a:ext>
                </a:extLst>
              </p:cNvPr>
              <p:cNvSpPr/>
              <p:nvPr/>
            </p:nvSpPr>
            <p:spPr>
              <a:xfrm rot="397592">
                <a:off x="2663952" y="1414272"/>
                <a:ext cx="5108448" cy="3023616"/>
              </a:xfrm>
              <a:prstGeom prst="cloudCallout">
                <a:avLst>
                  <a:gd name="adj1" fmla="val -21667"/>
                  <a:gd name="adj2" fmla="val -87520"/>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C14B3224-7E53-EF8F-AF09-8545A5689C91}"/>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6A45CF11-2138-7410-E8E3-2121225986B7}"/>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D111CBF4-AE0C-C09A-B4C8-2CEC64BB5A09}"/>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F3CE796B-2BB6-0DF7-5B1A-87E136D2F5D0}"/>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1599584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C7BBE26-4BE3-FB0C-377C-41BF6F67739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6B2A3C3-FBB2-6E14-F248-E3D78445E8A7}"/>
              </a:ext>
            </a:extLst>
          </p:cNvPr>
          <p:cNvSpPr txBox="1"/>
          <p:nvPr/>
        </p:nvSpPr>
        <p:spPr>
          <a:xfrm>
            <a:off x="1663641" y="181957"/>
            <a:ext cx="8864718" cy="6494085"/>
          </a:xfrm>
          <a:prstGeom prst="rect">
            <a:avLst/>
          </a:prstGeom>
          <a:noFill/>
        </p:spPr>
        <p:txBody>
          <a:bodyPr wrap="square" rtlCol="0">
            <a:spAutoFit/>
          </a:bodyPr>
          <a:lstStyle/>
          <a:p>
            <a:r>
              <a:rPr lang="en-US" altLang="ja-JP" sz="800">
                <a:solidFill>
                  <a:schemeClr val="bg1"/>
                </a:solidFill>
                <a:latin typeface="BIZ UDゴシック" panose="020B0400000000000000" pitchFamily="49" charset="-128"/>
                <a:ea typeface="BIZ UDゴシック" panose="020B0400000000000000" pitchFamily="49" charset="-128"/>
              </a:rPr>
              <a:t>{</a:t>
            </a:r>
          </a:p>
          <a:p>
            <a:r>
              <a:rPr lang="en-US" altLang="ja-JP" sz="800">
                <a:solidFill>
                  <a:schemeClr val="bg1"/>
                </a:solidFill>
                <a:latin typeface="BIZ UDゴシック" panose="020B0400000000000000" pitchFamily="49" charset="-128"/>
                <a:ea typeface="BIZ UDゴシック" panose="020B0400000000000000" pitchFamily="49" charset="-128"/>
              </a:rPr>
              <a:t>    "model" : "us.anthropic.claude-sonnet-4-6",</a:t>
            </a:r>
          </a:p>
          <a:p>
            <a:r>
              <a:rPr lang="en-US" altLang="ja-JP" sz="800">
                <a:solidFill>
                  <a:schemeClr val="bg1"/>
                </a:solidFill>
                <a:latin typeface="BIZ UDゴシック" panose="020B0400000000000000" pitchFamily="49" charset="-128"/>
                <a:ea typeface="BIZ UDゴシック" panose="020B0400000000000000" pitchFamily="49" charset="-128"/>
              </a:rPr>
              <a:t>    "articles" : 50,</a:t>
            </a:r>
          </a:p>
          <a:p>
            <a:r>
              <a:rPr lang="en-US" altLang="ja-JP" sz="800">
                <a:solidFill>
                  <a:schemeClr val="bg1"/>
                </a:solidFill>
                <a:latin typeface="BIZ UDゴシック" panose="020B0400000000000000" pitchFamily="49" charset="-128"/>
                <a:ea typeface="BIZ UDゴシック" panose="020B0400000000000000" pitchFamily="49" charset="-128"/>
              </a:rPr>
              <a:t>    "iterations" : 3,</a:t>
            </a:r>
          </a:p>
          <a:p>
            <a:r>
              <a:rPr lang="en-US" altLang="ja-JP" sz="800">
                <a:solidFill>
                  <a:schemeClr val="bg1"/>
                </a:solidFill>
                <a:latin typeface="BIZ UDゴシック" panose="020B0400000000000000" pitchFamily="49" charset="-128"/>
                <a:ea typeface="BIZ UDゴシック" panose="020B0400000000000000" pitchFamily="49" charset="-128"/>
              </a:rPr>
              <a:t>    "note" : {</a:t>
            </a:r>
          </a:p>
          <a:p>
            <a:r>
              <a:rPr lang="en-US" altLang="ja-JP" sz="800">
                <a:solidFill>
                  <a:schemeClr val="bg1"/>
                </a:solidFill>
                <a:latin typeface="BIZ UDゴシック" panose="020B0400000000000000" pitchFamily="49" charset="-128"/>
                <a:ea typeface="BIZ UDゴシック" panose="020B0400000000000000" pitchFamily="49" charset="-128"/>
              </a:rPr>
              <a:t>        "stddevAvg" : "Average standard deviation of repeated evaluations for the same test data. Lower values indicate more consistent scoring.",</a:t>
            </a:r>
          </a:p>
          <a:p>
            <a:r>
              <a:rPr lang="en-US" altLang="ja-JP" sz="800">
                <a:solidFill>
                  <a:schemeClr val="bg1"/>
                </a:solidFill>
                <a:latin typeface="BIZ UDゴシック" panose="020B0400000000000000" pitchFamily="49" charset="-128"/>
                <a:ea typeface="BIZ UDゴシック" panose="020B0400000000000000" pitchFamily="49" charset="-128"/>
              </a:rPr>
              <a:t>        "stddevMax" : "Maximum standard deviation among all test data. Lower values indicate the worst-case evaluation inconsistency is smaller.",</a:t>
            </a:r>
          </a:p>
          <a:p>
            <a:r>
              <a:rPr lang="en-US" altLang="ja-JP" sz="800">
                <a:solidFill>
                  <a:schemeClr val="bg1"/>
                </a:solidFill>
                <a:latin typeface="BIZ UDゴシック" panose="020B0400000000000000" pitchFamily="49" charset="-128"/>
                <a:ea typeface="BIZ UDゴシック" panose="020B0400000000000000" pitchFamily="49" charset="-128"/>
              </a:rPr>
              <a:t>        "testDataInfo.stddev" : "Standard deviation of the average scores across the test data. Higher values indicate the test data covers a wider range of quality."</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"rubrics" : {</a:t>
            </a:r>
          </a:p>
          <a:p>
            <a:r>
              <a:rPr lang="en-US" altLang="ja-JP" sz="800">
                <a:solidFill>
                  <a:schemeClr val="bg1"/>
                </a:solidFill>
                <a:latin typeface="BIZ UDゴシック" panose="020B0400000000000000" pitchFamily="49" charset="-128"/>
                <a:ea typeface="BIZ UDゴシック" panose="020B0400000000000000" pitchFamily="49" charset="-128"/>
              </a:rPr>
              <a:t>        "engagement" : {</a:t>
            </a:r>
          </a:p>
          <a:p>
            <a:r>
              <a:rPr lang="en-US" altLang="ja-JP" sz="800">
                <a:solidFill>
                  <a:schemeClr val="bg1"/>
                </a:solidFill>
                <a:latin typeface="BIZ UDゴシック" panose="020B0400000000000000" pitchFamily="49" charset="-128"/>
                <a:ea typeface="BIZ UDゴシック" panose="020B0400000000000000" pitchFamily="49" charset="-128"/>
              </a:rPr>
              <a:t>            "stddevAvg" : 0.13867277437171838,</a:t>
            </a:r>
          </a:p>
          <a:p>
            <a:r>
              <a:rPr lang="en-US" altLang="ja-JP" sz="800">
                <a:solidFill>
                  <a:schemeClr val="bg1"/>
                </a:solidFill>
                <a:latin typeface="BIZ UDゴシック" panose="020B0400000000000000" pitchFamily="49" charset="-128"/>
                <a:ea typeface="BIZ UDゴシック" panose="020B0400000000000000" pitchFamily="49" charset="-128"/>
              </a:rPr>
              <a:t>            "stddevMax" : 0.30912061651652345,</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0.8666666666666667,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0.6773333333333333,</a:t>
            </a:r>
          </a:p>
          <a:p>
            <a:r>
              <a:rPr lang="en-US" altLang="ja-JP" sz="800">
                <a:solidFill>
                  <a:schemeClr val="bg1"/>
                </a:solidFill>
                <a:latin typeface="BIZ UDゴシック" panose="020B0400000000000000" pitchFamily="49" charset="-128"/>
                <a:ea typeface="BIZ UDゴシック" panose="020B0400000000000000" pitchFamily="49" charset="-128"/>
              </a:rPr>
              <a:t>                "stddev" : 0.09875671566475311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"accuracy"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0.15468800946668051,</a:t>
            </a:r>
          </a:p>
          <a:p>
            <a:r>
              <a:rPr lang="en-US" altLang="ja-JP" sz="800">
                <a:solidFill>
                  <a:schemeClr val="bg1"/>
                </a:solidFill>
                <a:latin typeface="BIZ UDゴシック" panose="020B0400000000000000" pitchFamily="49" charset="-128"/>
                <a:ea typeface="BIZ UDゴシック" panose="020B0400000000000000" pitchFamily="49" charset="-128"/>
              </a:rPr>
              <a:t>            "stddevMax" : 0.3559026084010437,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0.9333333333333333,</a:t>
            </a:r>
          </a:p>
          <a:p>
            <a:r>
              <a:rPr lang="en-US" altLang="ja-JP" sz="800">
                <a:solidFill>
                  <a:schemeClr val="bg1"/>
                </a:solidFill>
                <a:latin typeface="BIZ UDゴシック" panose="020B0400000000000000" pitchFamily="49" charset="-128"/>
                <a:ea typeface="BIZ UDゴシック" panose="020B0400000000000000" pitchFamily="49" charset="-128"/>
              </a:rPr>
              <a:t>                "min" : 0.4666666666666667,</a:t>
            </a:r>
          </a:p>
          <a:p>
            <a:r>
              <a:rPr lang="en-US" altLang="ja-JP" sz="800">
                <a:solidFill>
                  <a:schemeClr val="bg1"/>
                </a:solidFill>
                <a:latin typeface="BIZ UDゴシック" panose="020B0400000000000000" pitchFamily="49" charset="-128"/>
                <a:ea typeface="BIZ UDゴシック" panose="020B0400000000000000" pitchFamily="49" charset="-128"/>
              </a:rPr>
              <a:t>                "avg" : 0.724,</a:t>
            </a:r>
          </a:p>
          <a:p>
            <a:r>
              <a:rPr lang="en-US" altLang="ja-JP" sz="800">
                <a:solidFill>
                  <a:schemeClr val="bg1"/>
                </a:solidFill>
                <a:latin typeface="BIZ UDゴシック" panose="020B0400000000000000" pitchFamily="49" charset="-128"/>
                <a:ea typeface="BIZ UDゴシック" panose="020B0400000000000000" pitchFamily="49" charset="-128"/>
              </a:rPr>
              <a:t>                "stddev" : 0.10198910617207008</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"constraints" : {</a:t>
            </a:r>
          </a:p>
          <a:p>
            <a:r>
              <a:rPr lang="en-US" altLang="ja-JP" sz="800">
                <a:solidFill>
                  <a:schemeClr val="bg1"/>
                </a:solidFill>
                <a:latin typeface="BIZ UDゴシック" panose="020B0400000000000000" pitchFamily="49" charset="-128"/>
                <a:ea typeface="BIZ UDゴシック" panose="020B0400000000000000" pitchFamily="49" charset="-128"/>
              </a:rPr>
              <a:t>            "stddevAvg" : 0.04714045207910317,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"stddevMax" : 0.4714045207910317,</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1.0,</a:t>
            </a:r>
          </a:p>
          <a:p>
            <a:r>
              <a:rPr lang="en-US" altLang="ja-JP" sz="800">
                <a:solidFill>
                  <a:schemeClr val="bg1"/>
                </a:solidFill>
                <a:latin typeface="BIZ UDゴシック" panose="020B0400000000000000" pitchFamily="49" charset="-128"/>
                <a:ea typeface="BIZ UDゴシック" panose="020B0400000000000000" pitchFamily="49" charset="-128"/>
              </a:rPr>
              <a:t>                "min" : 0.6666666666666666,</a:t>
            </a:r>
          </a:p>
          <a:p>
            <a:r>
              <a:rPr lang="en-US" altLang="ja-JP" sz="800">
                <a:solidFill>
                  <a:schemeClr val="bg1"/>
                </a:solidFill>
                <a:latin typeface="BIZ UDゴシック" panose="020B0400000000000000" pitchFamily="49" charset="-128"/>
                <a:ea typeface="BIZ UDゴシック" panose="020B0400000000000000" pitchFamily="49" charset="-128"/>
              </a:rPr>
              <a:t>                "avg"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"sensitivity" : {</a:t>
            </a:r>
          </a:p>
          <a:p>
            <a:r>
              <a:rPr lang="en-US" altLang="ja-JP" sz="800">
                <a:solidFill>
                  <a:schemeClr val="bg1"/>
                </a:solidFill>
                <a:latin typeface="BIZ UDゴシック" panose="020B0400000000000000" pitchFamily="49" charset="-128"/>
                <a:ea typeface="BIZ UDゴシック" panose="020B0400000000000000" pitchFamily="49" charset="-128"/>
              </a:rPr>
              <a:t>            "stddevAvg" : 0.14290687637235944,</a:t>
            </a:r>
          </a:p>
          <a:p>
            <a:r>
              <a:rPr lang="en-US" altLang="ja-JP" sz="800">
                <a:solidFill>
                  <a:schemeClr val="bg1"/>
                </a:solidFill>
                <a:latin typeface="BIZ UDゴシック" panose="020B0400000000000000" pitchFamily="49" charset="-128"/>
                <a:ea typeface="BIZ UDゴシック" panose="020B0400000000000000" pitchFamily="49" charset="-128"/>
              </a:rPr>
              <a:t>            "stddevMax" : 0.2943920288775949,</a:t>
            </a:r>
          </a:p>
          <a:p>
            <a:r>
              <a:rPr lang="en-US" altLang="ja-JP" sz="800">
                <a:solidFill>
                  <a:schemeClr val="bg1"/>
                </a:solidFill>
                <a:latin typeface="BIZ UDゴシック" panose="020B0400000000000000" pitchFamily="49" charset="-128"/>
                <a:ea typeface="BIZ UDゴシック" panose="020B0400000000000000" pitchFamily="49" charset="-128"/>
              </a:rPr>
              <a:t>            "testDataInfo" : {</a:t>
            </a:r>
          </a:p>
          <a:p>
            <a:r>
              <a:rPr lang="en-US" altLang="ja-JP" sz="800">
                <a:solidFill>
                  <a:schemeClr val="bg1"/>
                </a:solidFill>
                <a:latin typeface="BIZ UDゴシック" panose="020B0400000000000000" pitchFamily="49" charset="-128"/>
                <a:ea typeface="BIZ UDゴシック" panose="020B0400000000000000" pitchFamily="49" charset="-128"/>
              </a:rPr>
              <a:t>                "max" : 0.9666666666666667,</a:t>
            </a:r>
          </a:p>
          <a:p>
            <a:r>
              <a:rPr lang="en-US" altLang="ja-JP" sz="800">
                <a:solidFill>
                  <a:schemeClr val="bg1"/>
                </a:solidFill>
                <a:latin typeface="BIZ UDゴシック" panose="020B0400000000000000" pitchFamily="49" charset="-128"/>
                <a:ea typeface="BIZ UDゴシック" panose="020B0400000000000000" pitchFamily="49" charset="-128"/>
              </a:rPr>
              <a:t>                "min" : 0.5333333333333333,</a:t>
            </a:r>
          </a:p>
          <a:p>
            <a:r>
              <a:rPr lang="en-US" altLang="ja-JP" sz="800">
                <a:solidFill>
                  <a:schemeClr val="bg1"/>
                </a:solidFill>
                <a:latin typeface="BIZ UDゴシック" panose="020B0400000000000000" pitchFamily="49" charset="-128"/>
                <a:ea typeface="BIZ UDゴシック" panose="020B0400000000000000" pitchFamily="49" charset="-128"/>
              </a:rPr>
              <a:t>                "avg" : 0.7366666666666667,</a:t>
            </a:r>
          </a:p>
          <a:p>
            <a:r>
              <a:rPr lang="en-US" altLang="ja-JP" sz="800">
                <a:solidFill>
                  <a:schemeClr val="bg1"/>
                </a:solidFill>
                <a:latin typeface="BIZ UDゴシック" panose="020B0400000000000000" pitchFamily="49" charset="-128"/>
                <a:ea typeface="BIZ UDゴシック" panose="020B0400000000000000" pitchFamily="49" charset="-128"/>
              </a:rPr>
              <a:t>                "stddev" : 0.10268614533832911</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    }</a:t>
            </a:r>
          </a:p>
          <a:p>
            <a:r>
              <a:rPr lang="en-US" altLang="ja-JP" sz="800">
                <a:solidFill>
                  <a:schemeClr val="bg1"/>
                </a:solidFill>
                <a:latin typeface="BIZ UDゴシック" panose="020B0400000000000000" pitchFamily="49" charset="-128"/>
                <a:ea typeface="BIZ UDゴシック" panose="020B0400000000000000" pitchFamily="49" charset="-128"/>
              </a:rPr>
              <a:t>}</a:t>
            </a:r>
            <a:endParaRPr kumimoji="1" lang="ja-JP" altLang="en-US" sz="8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1224954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D65ED-AB26-B0BD-CED1-C183D7EF3C95}"/>
            </a:ext>
          </a:extLst>
        </p:cNvPr>
        <p:cNvGrpSpPr/>
        <p:nvPr/>
      </p:nvGrpSpPr>
      <p:grpSpPr>
        <a:xfrm>
          <a:off x="0" y="0"/>
          <a:ext cx="0" cy="0"/>
          <a:chOff x="0" y="0"/>
          <a:chExt cx="0" cy="0"/>
        </a:xfrm>
      </p:grpSpPr>
    </p:spTree>
    <p:extLst>
      <p:ext uri="{BB962C8B-B14F-4D97-AF65-F5344CB8AC3E}">
        <p14:creationId xmlns:p14="http://schemas.microsoft.com/office/powerpoint/2010/main" val="42358534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F3F2C67F-EEBA-78F6-F464-5FDF6CCB2E5E}"/>
              </a:ext>
            </a:extLst>
          </p:cNvPr>
          <p:cNvSpPr/>
          <p:nvPr/>
        </p:nvSpPr>
        <p:spPr>
          <a:xfrm>
            <a:off x="0" y="0"/>
            <a:ext cx="12192000" cy="6858000"/>
          </a:xfrm>
          <a:custGeom>
            <a:avLst/>
            <a:gdLst>
              <a:gd name="csX0" fmla="*/ 3109382 w 12192000"/>
              <a:gd name="csY0" fmla="*/ 3716981 h 6858000"/>
              <a:gd name="csX1" fmla="*/ 2165293 w 12192000"/>
              <a:gd name="csY1" fmla="*/ 4661070 h 6858000"/>
              <a:gd name="csX2" fmla="*/ 3109382 w 12192000"/>
              <a:gd name="csY2" fmla="*/ 5605159 h 6858000"/>
              <a:gd name="csX3" fmla="*/ 4053471 w 12192000"/>
              <a:gd name="csY3" fmla="*/ 4661070 h 6858000"/>
              <a:gd name="csX4" fmla="*/ 3109382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3109382" y="3716981"/>
                </a:moveTo>
                <a:cubicBezTo>
                  <a:pt x="2587976" y="3716981"/>
                  <a:pt x="2165293" y="4139664"/>
                  <a:pt x="2165293" y="4661070"/>
                </a:cubicBezTo>
                <a:cubicBezTo>
                  <a:pt x="2165293" y="5182476"/>
                  <a:pt x="2587976" y="5605159"/>
                  <a:pt x="3109382" y="5605159"/>
                </a:cubicBezTo>
                <a:cubicBezTo>
                  <a:pt x="3630788" y="5605159"/>
                  <a:pt x="4053471" y="5182476"/>
                  <a:pt x="4053471" y="4661070"/>
                </a:cubicBezTo>
                <a:cubicBezTo>
                  <a:pt x="4053471" y="4139664"/>
                  <a:pt x="3630788" y="3716981"/>
                  <a:pt x="3109382"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539205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940C5-D211-EDA8-BC9F-2642309864E2}"/>
            </a:ext>
          </a:extLst>
        </p:cNvPr>
        <p:cNvGrpSpPr/>
        <p:nvPr/>
      </p:nvGrpSpPr>
      <p:grpSpPr>
        <a:xfrm>
          <a:off x="0" y="0"/>
          <a:ext cx="0" cy="0"/>
          <a:chOff x="0" y="0"/>
          <a:chExt cx="0" cy="0"/>
        </a:xfrm>
      </p:grpSpPr>
      <p:sp>
        <p:nvSpPr>
          <p:cNvPr id="6" name="フリーフォーム: 図形 5">
            <a:extLst>
              <a:ext uri="{FF2B5EF4-FFF2-40B4-BE49-F238E27FC236}">
                <a16:creationId xmlns:a16="http://schemas.microsoft.com/office/drawing/2014/main" id="{CBEE2062-6A60-A4A3-906F-F6E3AD54C2C7}"/>
              </a:ext>
            </a:extLst>
          </p:cNvPr>
          <p:cNvSpPr/>
          <p:nvPr/>
        </p:nvSpPr>
        <p:spPr>
          <a:xfrm>
            <a:off x="0" y="0"/>
            <a:ext cx="12192000" cy="6858000"/>
          </a:xfrm>
          <a:custGeom>
            <a:avLst/>
            <a:gdLst>
              <a:gd name="csX0" fmla="*/ 121921 w 12192000"/>
              <a:gd name="csY0" fmla="*/ 1436911 h 6858000"/>
              <a:gd name="csX1" fmla="*/ 121921 w 12192000"/>
              <a:gd name="csY1" fmla="*/ 1889756 h 6858000"/>
              <a:gd name="csX2" fmla="*/ 12070081 w 12192000"/>
              <a:gd name="csY2" fmla="*/ 1889756 h 6858000"/>
              <a:gd name="csX3" fmla="*/ 12070081 w 12192000"/>
              <a:gd name="csY3" fmla="*/ 1436911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1921" y="1436911"/>
                </a:moveTo>
                <a:lnTo>
                  <a:pt x="121921" y="1889756"/>
                </a:lnTo>
                <a:lnTo>
                  <a:pt x="12070081" y="1889756"/>
                </a:lnTo>
                <a:lnTo>
                  <a:pt x="12070081" y="1436911"/>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8569713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083C-92ED-5D3F-2718-CB4655B02216}"/>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B5BF79BB-CC34-70EC-197A-26680E30E47D}"/>
              </a:ext>
            </a:extLst>
          </p:cNvPr>
          <p:cNvSpPr/>
          <p:nvPr/>
        </p:nvSpPr>
        <p:spPr>
          <a:xfrm>
            <a:off x="0" y="0"/>
            <a:ext cx="12192000" cy="6858000"/>
          </a:xfrm>
          <a:custGeom>
            <a:avLst/>
            <a:gdLst>
              <a:gd name="csX0" fmla="*/ 5761518 w 12192000"/>
              <a:gd name="csY0" fmla="*/ 3716981 h 6858000"/>
              <a:gd name="csX1" fmla="*/ 4817429 w 12192000"/>
              <a:gd name="csY1" fmla="*/ 4661070 h 6858000"/>
              <a:gd name="csX2" fmla="*/ 5761518 w 12192000"/>
              <a:gd name="csY2" fmla="*/ 5605159 h 6858000"/>
              <a:gd name="csX3" fmla="*/ 6705607 w 12192000"/>
              <a:gd name="csY3" fmla="*/ 4661070 h 6858000"/>
              <a:gd name="csX4" fmla="*/ 5761518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761518" y="3716981"/>
                </a:moveTo>
                <a:cubicBezTo>
                  <a:pt x="5240112" y="3716981"/>
                  <a:pt x="4817429" y="4139664"/>
                  <a:pt x="4817429" y="4661070"/>
                </a:cubicBezTo>
                <a:cubicBezTo>
                  <a:pt x="4817429" y="5182476"/>
                  <a:pt x="5240112" y="5605159"/>
                  <a:pt x="5761518" y="5605159"/>
                </a:cubicBezTo>
                <a:cubicBezTo>
                  <a:pt x="6282924" y="5605159"/>
                  <a:pt x="6705607" y="5182476"/>
                  <a:pt x="6705607" y="4661070"/>
                </a:cubicBezTo>
                <a:cubicBezTo>
                  <a:pt x="6705607" y="4139664"/>
                  <a:pt x="6282924" y="3716981"/>
                  <a:pt x="5761518"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132721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AB46B-E8FB-94E3-9AA5-8D05E4E30BA7}"/>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522409D8-A1CF-69C7-0916-8DA816F518E2}"/>
              </a:ext>
            </a:extLst>
          </p:cNvPr>
          <p:cNvSpPr/>
          <p:nvPr/>
        </p:nvSpPr>
        <p:spPr>
          <a:xfrm>
            <a:off x="0" y="0"/>
            <a:ext cx="12192000" cy="6858000"/>
          </a:xfrm>
          <a:custGeom>
            <a:avLst/>
            <a:gdLst>
              <a:gd name="csX0" fmla="*/ 8473024 w 12192000"/>
              <a:gd name="csY0" fmla="*/ 4184077 h 6858000"/>
              <a:gd name="csX1" fmla="*/ 7528935 w 12192000"/>
              <a:gd name="csY1" fmla="*/ 5128166 h 6858000"/>
              <a:gd name="csX2" fmla="*/ 8473024 w 12192000"/>
              <a:gd name="csY2" fmla="*/ 6072255 h 6858000"/>
              <a:gd name="csX3" fmla="*/ 9417113 w 12192000"/>
              <a:gd name="csY3" fmla="*/ 5128166 h 6858000"/>
              <a:gd name="csX4" fmla="*/ 8473024 w 12192000"/>
              <a:gd name="csY4" fmla="*/ 4184077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8473024" y="4184077"/>
                </a:moveTo>
                <a:cubicBezTo>
                  <a:pt x="7951618" y="4184077"/>
                  <a:pt x="7528935" y="4606760"/>
                  <a:pt x="7528935" y="5128166"/>
                </a:cubicBezTo>
                <a:cubicBezTo>
                  <a:pt x="7528935" y="5649572"/>
                  <a:pt x="7951618" y="6072255"/>
                  <a:pt x="8473024" y="6072255"/>
                </a:cubicBezTo>
                <a:cubicBezTo>
                  <a:pt x="8994430" y="6072255"/>
                  <a:pt x="9417113" y="5649572"/>
                  <a:pt x="9417113" y="5128166"/>
                </a:cubicBezTo>
                <a:cubicBezTo>
                  <a:pt x="9417113" y="4606760"/>
                  <a:pt x="8994430" y="4184077"/>
                  <a:pt x="8473024" y="4184077"/>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686059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03580-B9D6-8873-CC92-535586811836}"/>
            </a:ext>
          </a:extLst>
        </p:cNvPr>
        <p:cNvGrpSpPr/>
        <p:nvPr/>
      </p:nvGrpSpPr>
      <p:grpSpPr>
        <a:xfrm>
          <a:off x="0" y="0"/>
          <a:ext cx="0" cy="0"/>
          <a:chOff x="0" y="0"/>
          <a:chExt cx="0" cy="0"/>
        </a:xfrm>
      </p:grpSpPr>
      <p:sp>
        <p:nvSpPr>
          <p:cNvPr id="10" name="フリーフォーム: 図形 9">
            <a:extLst>
              <a:ext uri="{FF2B5EF4-FFF2-40B4-BE49-F238E27FC236}">
                <a16:creationId xmlns:a16="http://schemas.microsoft.com/office/drawing/2014/main" id="{6605648E-BDBB-9F90-7AAF-88CF85EEDAFB}"/>
              </a:ext>
            </a:extLst>
          </p:cNvPr>
          <p:cNvSpPr/>
          <p:nvPr/>
        </p:nvSpPr>
        <p:spPr>
          <a:xfrm>
            <a:off x="0" y="0"/>
            <a:ext cx="12192000" cy="6858000"/>
          </a:xfrm>
          <a:custGeom>
            <a:avLst/>
            <a:gdLst>
              <a:gd name="csX0" fmla="*/ 121920 w 12192000"/>
              <a:gd name="csY0" fmla="*/ 1889760 h 6858000"/>
              <a:gd name="csX1" fmla="*/ 121920 w 12192000"/>
              <a:gd name="csY1" fmla="*/ 3352800 h 6858000"/>
              <a:gd name="csX2" fmla="*/ 809897 w 12192000"/>
              <a:gd name="csY2" fmla="*/ 3352800 h 6858000"/>
              <a:gd name="csX3" fmla="*/ 1149531 w 12192000"/>
              <a:gd name="csY3" fmla="*/ 3352800 h 6858000"/>
              <a:gd name="csX4" fmla="*/ 12070081 w 12192000"/>
              <a:gd name="csY4" fmla="*/ 3352800 h 6858000"/>
              <a:gd name="csX5" fmla="*/ 12070081 w 12192000"/>
              <a:gd name="csY5" fmla="*/ 2899955 h 6858000"/>
              <a:gd name="csX6" fmla="*/ 1149531 w 12192000"/>
              <a:gd name="csY6" fmla="*/ 2899955 h 6858000"/>
              <a:gd name="csX7" fmla="*/ 1149531 w 12192000"/>
              <a:gd name="csY7" fmla="*/ 2464521 h 6858000"/>
              <a:gd name="csX8" fmla="*/ 12070081 w 12192000"/>
              <a:gd name="csY8" fmla="*/ 2464521 h 6858000"/>
              <a:gd name="csX9" fmla="*/ 12070081 w 12192000"/>
              <a:gd name="csY9" fmla="*/ 1889760 h 6858000"/>
              <a:gd name="csX10" fmla="*/ 1149531 w 12192000"/>
              <a:gd name="csY10" fmla="*/ 1889760 h 6858000"/>
              <a:gd name="csX11" fmla="*/ 809897 w 12192000"/>
              <a:gd name="csY11" fmla="*/ 1889760 h 6858000"/>
              <a:gd name="csX12" fmla="*/ 0 w 12192000"/>
              <a:gd name="csY12" fmla="*/ 0 h 6858000"/>
              <a:gd name="csX13" fmla="*/ 12192000 w 12192000"/>
              <a:gd name="csY13" fmla="*/ 0 h 6858000"/>
              <a:gd name="csX14" fmla="*/ 12192000 w 12192000"/>
              <a:gd name="csY14" fmla="*/ 6858000 h 6858000"/>
              <a:gd name="csX15" fmla="*/ 0 w 12192000"/>
              <a:gd name="csY15"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2192000" h="6858000">
                <a:moveTo>
                  <a:pt x="121920" y="1889760"/>
                </a:moveTo>
                <a:lnTo>
                  <a:pt x="121920" y="3352800"/>
                </a:lnTo>
                <a:lnTo>
                  <a:pt x="809897" y="3352800"/>
                </a:lnTo>
                <a:lnTo>
                  <a:pt x="1149531" y="3352800"/>
                </a:lnTo>
                <a:lnTo>
                  <a:pt x="12070081" y="3352800"/>
                </a:lnTo>
                <a:lnTo>
                  <a:pt x="12070081" y="2899955"/>
                </a:lnTo>
                <a:lnTo>
                  <a:pt x="1149531" y="2899955"/>
                </a:lnTo>
                <a:lnTo>
                  <a:pt x="1149531" y="2464521"/>
                </a:lnTo>
                <a:lnTo>
                  <a:pt x="12070081" y="2464521"/>
                </a:lnTo>
                <a:lnTo>
                  <a:pt x="12070081" y="1889760"/>
                </a:lnTo>
                <a:lnTo>
                  <a:pt x="1149531" y="1889760"/>
                </a:lnTo>
                <a:lnTo>
                  <a:pt x="809897" y="1889760"/>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4940818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6B6AD6F-19C1-E875-E68D-2F2AE2A587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95009" y="1421888"/>
            <a:ext cx="6601981" cy="4014224"/>
          </a:xfrm>
          <a:prstGeom prst="rect">
            <a:avLst/>
          </a:prstGeom>
          <a:ln>
            <a:solidFill>
              <a:schemeClr val="accent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79319894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TotalTime>
  <Words>714</Words>
  <Application>Microsoft Office PowerPoint</Application>
  <PresentationFormat>ワイド画面</PresentationFormat>
  <Paragraphs>73</Paragraphs>
  <Slides>20</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20</vt:i4>
      </vt:variant>
    </vt:vector>
  </HeadingPairs>
  <TitlesOfParts>
    <vt:vector size="24" baseType="lpstr">
      <vt:lpstr>BIZ UDゴシック</vt:lpstr>
      <vt:lpstr>Arial</vt:lpstr>
      <vt:lpstr>Cascadia Mono</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中山 一紀</dc:creator>
  <cp:lastModifiedBy>中山 一紀</cp:lastModifiedBy>
  <cp:revision>20</cp:revision>
  <dcterms:created xsi:type="dcterms:W3CDTF">2026-06-07T05:51:28Z</dcterms:created>
  <dcterms:modified xsi:type="dcterms:W3CDTF">2026-09-11T00:01:54Z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2026-06-07T06:28:46Z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d8c9785c-7bbf-4b6c-bf29-15e4982bfb86</vt:lpwstr>
  </property>
  <property fmtid="{D5CDD505-2E9C-101B-9397-08002B2CF9AE}" pid="7" name="MSIP_Label_defa4170-0d19-0005-0004-bc88714345d2_ActionId">
    <vt:lpwstr>29d43962-aa3e-4636-a88e-5509e80ecd3e</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