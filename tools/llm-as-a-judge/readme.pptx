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58" r:id="rId4"/>
    <p:sldId id="262" r:id="rId5"/>
    <p:sldId id="263" r:id="rId6"/>
    <p:sldId id="264" r:id="rId7"/>
    <p:sldId id="265" r:id="rId8"/>
    <p:sldId id="266" r:id="rId9"/>
    <p:sldId id="259" r:id="rId10"/>
    <p:sldId id="267" r:id="rId11"/>
    <p:sldId id="268" r:id="rId12"/>
    <p:sldId id="269" r:id="rId13"/>
    <p:sldId id="270" r:id="rId14"/>
    <p:sldId id="271" r:id="rId15"/>
    <p:sldId id="272" r:id="rId1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97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表 2">
            <a:extLst>
              <a:ext uri="{FF2B5EF4-FFF2-40B4-BE49-F238E27FC236}">
                <a16:creationId xmlns:a16="http://schemas.microsoft.com/office/drawing/2014/main" id="{F6F6C69F-3900-D96D-4733-E633F4F24E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447788637"/>
              </p:ext>
            </p:extLst>
          </p:nvPr>
        </p:nvGraphicFramePr>
        <p:xfrm>
          <a:off x="1600874" y="274320"/>
          <a:ext cx="8990252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96600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7093652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resource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solidFill>
                            <a:schemeClr val="bg1"/>
                          </a:solidFill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note</a:t>
                      </a:r>
                      <a:endParaRPr kumimoji="1" lang="ja-JP" altLang="en-US" sz="12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.env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llmj-0-initial.py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3565792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4133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against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and outputs the results to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627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generates report.html based on the results in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work/*.judged.xlsx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993933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llmj-run.py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SCRIPT runs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llmj-1-generate.py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llmj-2-judge.py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llmj-3-report.py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 in sequence.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75242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rubric/*.json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source/*.txt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work</a:t>
                      </a:r>
                      <a:endParaRPr kumimoji="1" lang="ja-JP" altLang="en-US" sz="12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*.prompt.txt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*.generated.xlsx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*.judged.xlsx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, and </a:t>
                      </a:r>
                      <a:r>
                        <a:rPr kumimoji="1" lang="en-US" altLang="ja-JP" sz="1200" b="1" i="1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report.html</a:t>
                      </a:r>
                      <a:r>
                        <a:rPr kumimoji="1" lang="en-US" altLang="ja-JP" sz="1200">
                          <a:latin typeface="Cascadia Code SemiBold" panose="020B0609020000020004" pitchFamily="49" charset="0"/>
                          <a:ea typeface="Cascadia Code SemiBold" panose="020B0609020000020004" pitchFamily="49" charset="0"/>
                          <a:cs typeface="Cascadia Code SemiBold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656490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3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140130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6F73D3-BB02-BA75-FC45-634BFBEB8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875AE042-ABA7-105C-4B46-923620CCFB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1650775 h 6858000"/>
              <a:gd name="csX1" fmla="*/ 1610315 w 12192000"/>
              <a:gd name="csY1" fmla="*/ 2290046 h 6858000"/>
              <a:gd name="csX2" fmla="*/ 10600566 w 12192000"/>
              <a:gd name="csY2" fmla="*/ 2290046 h 6858000"/>
              <a:gd name="csX3" fmla="*/ 10600566 w 12192000"/>
              <a:gd name="csY3" fmla="*/ 165077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1650775"/>
                </a:moveTo>
                <a:lnTo>
                  <a:pt x="1610315" y="2290046"/>
                </a:lnTo>
                <a:lnTo>
                  <a:pt x="10600566" y="2290046"/>
                </a:lnTo>
                <a:lnTo>
                  <a:pt x="10600566" y="165077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799819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081844-1962-BF5E-D05F-275B6BBFB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D06DB3B6-FEE7-DEBD-FC80-B2D228B1B09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4847115 h 6858000"/>
              <a:gd name="csX1" fmla="*/ 1610315 w 12192000"/>
              <a:gd name="csY1" fmla="*/ 5486386 h 6858000"/>
              <a:gd name="csX2" fmla="*/ 10600566 w 12192000"/>
              <a:gd name="csY2" fmla="*/ 5486386 h 6858000"/>
              <a:gd name="csX3" fmla="*/ 10600566 w 12192000"/>
              <a:gd name="csY3" fmla="*/ 4847115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4847115"/>
                </a:moveTo>
                <a:lnTo>
                  <a:pt x="1610315" y="5486386"/>
                </a:lnTo>
                <a:lnTo>
                  <a:pt x="10600566" y="5486386"/>
                </a:lnTo>
                <a:lnTo>
                  <a:pt x="10600566" y="4847115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795581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E7D3D-5029-08AB-8B26-CC73DB263E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75A6B03E-1A9C-E885-0A31-7E4E6AB63D6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2281940 h 6858000"/>
              <a:gd name="csX1" fmla="*/ 1610315 w 12192000"/>
              <a:gd name="csY1" fmla="*/ 2921211 h 6858000"/>
              <a:gd name="csX2" fmla="*/ 10600566 w 12192000"/>
              <a:gd name="csY2" fmla="*/ 2921211 h 6858000"/>
              <a:gd name="csX3" fmla="*/ 10600566 w 12192000"/>
              <a:gd name="csY3" fmla="*/ 2281940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2281940"/>
                </a:moveTo>
                <a:lnTo>
                  <a:pt x="1610315" y="2921211"/>
                </a:lnTo>
                <a:lnTo>
                  <a:pt x="10600566" y="2921211"/>
                </a:lnTo>
                <a:lnTo>
                  <a:pt x="10600566" y="2281940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777645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EEA28A-A641-A202-8DBA-AEB86A3B1A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66345C45-61AB-2278-1887-277D6F49938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2929303 h 6858000"/>
              <a:gd name="csX1" fmla="*/ 1610315 w 12192000"/>
              <a:gd name="csY1" fmla="*/ 3568574 h 6858000"/>
              <a:gd name="csX2" fmla="*/ 10600566 w 12192000"/>
              <a:gd name="csY2" fmla="*/ 3568574 h 6858000"/>
              <a:gd name="csX3" fmla="*/ 10600566 w 12192000"/>
              <a:gd name="csY3" fmla="*/ 2929303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2929303"/>
                </a:moveTo>
                <a:lnTo>
                  <a:pt x="1610315" y="3568574"/>
                </a:lnTo>
                <a:lnTo>
                  <a:pt x="10600566" y="3568574"/>
                </a:lnTo>
                <a:lnTo>
                  <a:pt x="10600566" y="292930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41099173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1A9C8-FA0A-CD8E-047D-6026821CA7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5A89E7C3-E37E-6EC5-1820-5845BB46D76C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610315 w 12192000"/>
              <a:gd name="csY0" fmla="*/ 3560481 h 6858000"/>
              <a:gd name="csX1" fmla="*/ 1610315 w 12192000"/>
              <a:gd name="csY1" fmla="*/ 4199752 h 6858000"/>
              <a:gd name="csX2" fmla="*/ 10600566 w 12192000"/>
              <a:gd name="csY2" fmla="*/ 4199752 h 6858000"/>
              <a:gd name="csX3" fmla="*/ 10600566 w 12192000"/>
              <a:gd name="csY3" fmla="*/ 3560481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610315" y="3560481"/>
                </a:moveTo>
                <a:lnTo>
                  <a:pt x="1610315" y="4199752"/>
                </a:lnTo>
                <a:lnTo>
                  <a:pt x="10600566" y="4199752"/>
                </a:lnTo>
                <a:lnTo>
                  <a:pt x="10600566" y="3560481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376104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0</Words>
  <Application>Microsoft Office PowerPoint</Application>
  <PresentationFormat>ワイド画面</PresentationFormat>
  <Paragraphs>0</Paragraphs>
  <Slides>15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15</vt:i4>
      </vt:variant>
    </vt:vector>
  </HeadingPairs>
  <TitlesOfParts>
    <vt:vector size="18" baseType="lpstr">
      <vt:lpstr>Arial</vt:lpstr>
      <vt:lpstr>Cascadia Code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3</cp:revision>
  <dcterms:created xsi:type="dcterms:W3CDTF">2026-06-07T05:51:28Z</dcterms:created>
  <dcterms:modified xsi:type="dcterms:W3CDTF">2026-06-07T06:40:15Z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