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3" r:id="rId3"/>
    <p:sldId id="258" r:id="rId4"/>
    <p:sldId id="273" r:id="rId5"/>
    <p:sldId id="284" r:id="rId6"/>
    <p:sldId id="262" r:id="rId7"/>
    <p:sldId id="285" r:id="rId8"/>
    <p:sldId id="264" r:id="rId9"/>
    <p:sldId id="286" r:id="rId10"/>
    <p:sldId id="266" r:id="rId11"/>
    <p:sldId id="259" r:id="rId12"/>
    <p:sldId id="287" r:id="rId13"/>
    <p:sldId id="268" r:id="rId14"/>
    <p:sldId id="270" r:id="rId15"/>
    <p:sldId id="288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61" autoAdjust="0"/>
  </p:normalViewPr>
  <p:slideViewPr>
    <p:cSldViewPr snapToGrid="0">
      <p:cViewPr varScale="1">
        <p:scale>
          <a:sx n="89" d="100"/>
          <a:sy n="89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65A5FB3B-4214-5ADE-71BD-09C9C68E8BB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80707192"/>
              </p:ext>
            </p:extLst>
          </p:nvPr>
        </p:nvGraphicFramePr>
        <p:xfrm>
          <a:off x="765629" y="548640"/>
          <a:ext cx="10660742" cy="5760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491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8135829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supports/llmj-feedback.py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supports/template-*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2773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5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8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231A8-A91E-7BC3-5EF9-25E85C0A8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FC19F8D0-8B9E-85F9-DD59-D9898AC355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5544 w 12192000"/>
              <a:gd name="csY0" fmla="*/ 3019647 h 6858000"/>
              <a:gd name="csX1" fmla="*/ 765544 w 12192000"/>
              <a:gd name="csY1" fmla="*/ 3657600 h 6858000"/>
              <a:gd name="csX2" fmla="*/ 11419367 w 12192000"/>
              <a:gd name="csY2" fmla="*/ 3657600 h 6858000"/>
              <a:gd name="csX3" fmla="*/ 11419367 w 12192000"/>
              <a:gd name="csY3" fmla="*/ 3019647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5544" y="3019647"/>
                </a:moveTo>
                <a:lnTo>
                  <a:pt x="765544" y="3657600"/>
                </a:lnTo>
                <a:lnTo>
                  <a:pt x="11419367" y="3657600"/>
                </a:lnTo>
                <a:lnTo>
                  <a:pt x="11419367" y="301964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43879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B7060-C4C4-5649-AC56-B16E03F6B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D69591E-0D0B-7A37-63E3-3A65A0A8FB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5544 w 12192000"/>
              <a:gd name="csY0" fmla="*/ 4125433 h 6858000"/>
              <a:gd name="csX1" fmla="*/ 765544 w 12192000"/>
              <a:gd name="csY1" fmla="*/ 4763386 h 6858000"/>
              <a:gd name="csX2" fmla="*/ 11419367 w 12192000"/>
              <a:gd name="csY2" fmla="*/ 4763386 h 6858000"/>
              <a:gd name="csX3" fmla="*/ 11419367 w 12192000"/>
              <a:gd name="csY3" fmla="*/ 412543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5544" y="4125433"/>
                </a:moveTo>
                <a:lnTo>
                  <a:pt x="765544" y="4763386"/>
                </a:lnTo>
                <a:lnTo>
                  <a:pt x="11419367" y="4763386"/>
                </a:lnTo>
                <a:lnTo>
                  <a:pt x="11419367" y="412543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3833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4769-8894-3520-BE78-5E33A0136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D6783863-FBAC-0161-EEEE-F21C9D1ADA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72633 w 12192000"/>
              <a:gd name="csY0" fmla="*/ 4758070 h 6858000"/>
              <a:gd name="csX1" fmla="*/ 772633 w 12192000"/>
              <a:gd name="csY1" fmla="*/ 5396023 h 6858000"/>
              <a:gd name="csX2" fmla="*/ 11426456 w 12192000"/>
              <a:gd name="csY2" fmla="*/ 5396023 h 6858000"/>
              <a:gd name="csX3" fmla="*/ 11426456 w 12192000"/>
              <a:gd name="csY3" fmla="*/ 4758070 h 6858000"/>
              <a:gd name="csX4" fmla="*/ 765544 w 12192000"/>
              <a:gd name="csY4" fmla="*/ 3019649 h 6858000"/>
              <a:gd name="csX5" fmla="*/ 765544 w 12192000"/>
              <a:gd name="csY5" fmla="*/ 3657602 h 6858000"/>
              <a:gd name="csX6" fmla="*/ 11419367 w 12192000"/>
              <a:gd name="csY6" fmla="*/ 3657602 h 6858000"/>
              <a:gd name="csX7" fmla="*/ 11419367 w 12192000"/>
              <a:gd name="csY7" fmla="*/ 3019649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772633" y="4758070"/>
                </a:moveTo>
                <a:lnTo>
                  <a:pt x="772633" y="5396023"/>
                </a:lnTo>
                <a:lnTo>
                  <a:pt x="11426456" y="5396023"/>
                </a:lnTo>
                <a:lnTo>
                  <a:pt x="11426456" y="4758070"/>
                </a:lnTo>
                <a:close/>
                <a:moveTo>
                  <a:pt x="765544" y="3019649"/>
                </a:moveTo>
                <a:lnTo>
                  <a:pt x="765544" y="3657602"/>
                </a:lnTo>
                <a:lnTo>
                  <a:pt x="11419367" y="3657602"/>
                </a:lnTo>
                <a:lnTo>
                  <a:pt x="11419367" y="3019649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930862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99D49-133A-63AE-ABB1-CCB23C492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88B09063-1D45-B16A-583E-9A4535C9F7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5544 w 12192000"/>
              <a:gd name="csY0" fmla="*/ 1924494 h 6858000"/>
              <a:gd name="csX1" fmla="*/ 765544 w 12192000"/>
              <a:gd name="csY1" fmla="*/ 2381693 h 6858000"/>
              <a:gd name="csX2" fmla="*/ 11419367 w 12192000"/>
              <a:gd name="csY2" fmla="*/ 2381693 h 6858000"/>
              <a:gd name="csX3" fmla="*/ 11419367 w 12192000"/>
              <a:gd name="csY3" fmla="*/ 1924494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5544" y="1924494"/>
                </a:moveTo>
                <a:lnTo>
                  <a:pt x="765544" y="2381693"/>
                </a:lnTo>
                <a:lnTo>
                  <a:pt x="11419367" y="2381693"/>
                </a:lnTo>
                <a:lnTo>
                  <a:pt x="11419367" y="192449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48012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13274-3203-7DEF-1674-1EC08116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3E00A912-91C5-A11E-BDEC-FAD4B45A7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65544 w 12192000"/>
              <a:gd name="csY0" fmla="*/ 2371062 h 6858000"/>
              <a:gd name="csX1" fmla="*/ 765544 w 12192000"/>
              <a:gd name="csY1" fmla="*/ 3030279 h 6858000"/>
              <a:gd name="csX2" fmla="*/ 11419367 w 12192000"/>
              <a:gd name="csY2" fmla="*/ 3030279 h 6858000"/>
              <a:gd name="csX3" fmla="*/ 11419367 w 12192000"/>
              <a:gd name="csY3" fmla="*/ 2371062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65544" y="2371062"/>
                </a:moveTo>
                <a:lnTo>
                  <a:pt x="765544" y="3030279"/>
                </a:lnTo>
                <a:lnTo>
                  <a:pt x="11419367" y="3030279"/>
                </a:lnTo>
                <a:lnTo>
                  <a:pt x="11419367" y="237106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34174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0</Words>
  <Application>Microsoft Office PowerPoint</Application>
  <PresentationFormat>ワイド画面</PresentationFormat>
  <Paragraphs>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9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7</cp:revision>
  <dcterms:created xsi:type="dcterms:W3CDTF">2026-06-07T05:51:28Z</dcterms:created>
  <dcterms:modified xsi:type="dcterms:W3CDTF">2026-07-05T09:58:18Z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