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95" r:id="rId3"/>
    <p:sldId id="258" r:id="rId4"/>
    <p:sldId id="273" r:id="rId5"/>
    <p:sldId id="296" r:id="rId6"/>
    <p:sldId id="262" r:id="rId7"/>
    <p:sldId id="297" r:id="rId8"/>
    <p:sldId id="264" r:id="rId9"/>
    <p:sldId id="298" r:id="rId10"/>
    <p:sldId id="301" r:id="rId11"/>
    <p:sldId id="302" r:id="rId12"/>
    <p:sldId id="266" r:id="rId13"/>
    <p:sldId id="259" r:id="rId14"/>
    <p:sldId id="299" r:id="rId15"/>
    <p:sldId id="268" r:id="rId16"/>
    <p:sldId id="270" r:id="rId17"/>
    <p:sldId id="300" r:id="rId18"/>
    <p:sldId id="272" r:id="rId19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 horzBarState="maximized">
    <p:restoredLeft sz="15620"/>
    <p:restoredTop sz="97419" autoAdjust="0"/>
  </p:normalViewPr>
  <p:slideViewPr>
    <p:cSldViewPr snapToGrid="0">
      <p:cViewPr varScale="1">
        <p:scale>
          <a:sx n="161" d="100"/>
          <a:sy n="161" d="100"/>
        </p:scale>
        <p:origin x="260" y="1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398279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0E048933-B33C-5058-74B1-095157AC864B}"/>
              </a:ext>
            </a:extLst>
          </p:cNvPr>
          <p:cNvGrpSpPr/>
          <p:nvPr userDrawn="1"/>
        </p:nvGrpSpPr>
        <p:grpSpPr>
          <a:xfrm>
            <a:off x="1818074" y="2302309"/>
            <a:ext cx="9611004" cy="3835666"/>
            <a:chOff x="1434914" y="1511167"/>
            <a:chExt cx="9611004" cy="3835666"/>
          </a:xfrm>
        </p:grpSpPr>
        <p:pic>
          <p:nvPicPr>
            <p:cNvPr id="5" name="図 4">
              <a:extLst>
                <a:ext uri="{FF2B5EF4-FFF2-40B4-BE49-F238E27FC236}">
                  <a16:creationId xmlns:a16="http://schemas.microsoft.com/office/drawing/2014/main" id="{7C57D1CB-3747-4F53-C3C0-3CC5357D4750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34914" y="4292184"/>
              <a:ext cx="1054649" cy="1054649"/>
            </a:xfrm>
            <a:prstGeom prst="ellipse">
              <a:avLst/>
            </a:prstGeom>
            <a:ln w="3175">
              <a:solidFill>
                <a:srgbClr val="F8191A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6" name="図 5">
              <a:extLst>
                <a:ext uri="{FF2B5EF4-FFF2-40B4-BE49-F238E27FC236}">
                  <a16:creationId xmlns:a16="http://schemas.microsoft.com/office/drawing/2014/main" id="{63D59492-DF29-1336-C168-9F51DC922A50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34914" y="2901675"/>
              <a:ext cx="1054649" cy="1054649"/>
            </a:xfrm>
            <a:prstGeom prst="ellipse">
              <a:avLst/>
            </a:prstGeom>
            <a:ln w="3175">
              <a:solidFill>
                <a:srgbClr val="0973FC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grpSp>
          <p:nvGrpSpPr>
            <p:cNvPr id="7" name="グループ化 6">
              <a:extLst>
                <a:ext uri="{FF2B5EF4-FFF2-40B4-BE49-F238E27FC236}">
                  <a16:creationId xmlns:a16="http://schemas.microsoft.com/office/drawing/2014/main" id="{DF95804D-2A76-2110-EB14-809EFD4C026E}"/>
                </a:ext>
              </a:extLst>
            </p:cNvPr>
            <p:cNvGrpSpPr/>
            <p:nvPr userDrawn="1"/>
          </p:nvGrpSpPr>
          <p:grpSpPr>
            <a:xfrm>
              <a:off x="1434914" y="1511167"/>
              <a:ext cx="1054649" cy="1054649"/>
              <a:chOff x="2036902" y="1420555"/>
              <a:chExt cx="682753" cy="682753"/>
            </a:xfr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grpSpPr>
          <p:sp>
            <p:nvSpPr>
              <p:cNvPr id="11" name="楕円 10">
                <a:extLst>
                  <a:ext uri="{FF2B5EF4-FFF2-40B4-BE49-F238E27FC236}">
                    <a16:creationId xmlns:a16="http://schemas.microsoft.com/office/drawing/2014/main" id="{87BBA87B-208B-942C-C603-BA2FFDED6E61}"/>
                  </a:ext>
                </a:extLst>
              </p:cNvPr>
              <p:cNvSpPr/>
              <p:nvPr userDrawn="1"/>
            </p:nvSpPr>
            <p:spPr>
              <a:xfrm>
                <a:off x="2036902" y="1420555"/>
                <a:ext cx="682753" cy="682753"/>
              </a:xfrm>
              <a:prstGeom prst="ellipse">
                <a:avLst/>
              </a:prstGeom>
              <a:solidFill>
                <a:schemeClr val="bg1"/>
              </a:solidFill>
              <a:ln w="3175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/>
              </a:p>
            </p:txBody>
          </p:sp>
          <p:sp>
            <p:nvSpPr>
              <p:cNvPr id="12" name="グラフィックス 2">
                <a:extLst>
                  <a:ext uri="{FF2B5EF4-FFF2-40B4-BE49-F238E27FC236}">
                    <a16:creationId xmlns:a16="http://schemas.microsoft.com/office/drawing/2014/main" id="{933F8E1A-30D5-A110-8987-8C67D57E9787}"/>
                  </a:ext>
                </a:extLst>
              </p:cNvPr>
              <p:cNvSpPr/>
              <p:nvPr userDrawn="1"/>
            </p:nvSpPr>
            <p:spPr>
              <a:xfrm>
                <a:off x="2243971" y="1446873"/>
                <a:ext cx="265109" cy="623225"/>
              </a:xfrm>
              <a:custGeom>
                <a:avLst/>
                <a:gdLst>
                  <a:gd name="connsiteX0" fmla="*/ 321939 w 1054395"/>
                  <a:gd name="connsiteY0" fmla="*/ 2456442 h 2478698"/>
                  <a:gd name="connsiteX1" fmla="*/ 252400 w 1054395"/>
                  <a:gd name="connsiteY1" fmla="*/ 1587617 h 2478698"/>
                  <a:gd name="connsiteX2" fmla="*/ 240089 w 1054395"/>
                  <a:gd name="connsiteY2" fmla="*/ 801923 h 2478698"/>
                  <a:gd name="connsiteX3" fmla="*/ 179098 w 1054395"/>
                  <a:gd name="connsiteY3" fmla="*/ 1222975 h 2478698"/>
                  <a:gd name="connsiteX4" fmla="*/ 95544 w 1054395"/>
                  <a:gd name="connsiteY4" fmla="*/ 1521713 h 2478698"/>
                  <a:gd name="connsiteX5" fmla="*/ 154632 w 1054395"/>
                  <a:gd name="connsiteY5" fmla="*/ 615727 h 2478698"/>
                  <a:gd name="connsiteX6" fmla="*/ 919062 w 1054395"/>
                  <a:gd name="connsiteY6" fmla="*/ 636486 h 2478698"/>
                  <a:gd name="connsiteX7" fmla="*/ 964337 w 1054395"/>
                  <a:gd name="connsiteY7" fmla="*/ 1521713 h 2478698"/>
                  <a:gd name="connsiteX8" fmla="*/ 875483 w 1054395"/>
                  <a:gd name="connsiteY8" fmla="*/ 1228255 h 2478698"/>
                  <a:gd name="connsiteX9" fmla="*/ 821434 w 1054395"/>
                  <a:gd name="connsiteY9" fmla="*/ 807764 h 2478698"/>
                  <a:gd name="connsiteX10" fmla="*/ 810578 w 1054395"/>
                  <a:gd name="connsiteY10" fmla="*/ 1593965 h 2478698"/>
                  <a:gd name="connsiteX11" fmla="*/ 797213 w 1054395"/>
                  <a:gd name="connsiteY11" fmla="*/ 2405128 h 2478698"/>
                  <a:gd name="connsiteX12" fmla="*/ 625512 w 1054395"/>
                  <a:gd name="connsiteY12" fmla="*/ 2455416 h 2478698"/>
                  <a:gd name="connsiteX13" fmla="*/ 550960 w 1054395"/>
                  <a:gd name="connsiteY13" fmla="*/ 1891669 h 2478698"/>
                  <a:gd name="connsiteX14" fmla="*/ 502130 w 1054395"/>
                  <a:gd name="connsiteY14" fmla="*/ 1900859 h 2478698"/>
                  <a:gd name="connsiteX15" fmla="*/ 321939 w 1054395"/>
                  <a:gd name="connsiteY15" fmla="*/ 2456442 h 2478698"/>
                  <a:gd name="connsiteX16" fmla="*/ 440511 w 1054395"/>
                  <a:gd name="connsiteY16" fmla="*/ 446051 h 2478698"/>
                  <a:gd name="connsiteX17" fmla="*/ 297479 w 1054395"/>
                  <a:gd name="connsiteY17" fmla="*/ 187926 h 2478698"/>
                  <a:gd name="connsiteX18" fmla="*/ 743836 w 1054395"/>
                  <a:gd name="connsiteY18" fmla="*/ 144430 h 2478698"/>
                  <a:gd name="connsiteX19" fmla="*/ 440511 w 1054395"/>
                  <a:gd name="connsiteY19" fmla="*/ 446051 h 24786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1054395" h="2478698">
                    <a:moveTo>
                      <a:pt x="321939" y="2456442"/>
                    </a:moveTo>
                    <a:cubicBezTo>
                      <a:pt x="250372" y="2427572"/>
                      <a:pt x="252400" y="2452898"/>
                      <a:pt x="252400" y="1587617"/>
                    </a:cubicBezTo>
                    <a:cubicBezTo>
                      <a:pt x="252400" y="1084515"/>
                      <a:pt x="247850" y="794148"/>
                      <a:pt x="240089" y="801923"/>
                    </a:cubicBezTo>
                    <a:cubicBezTo>
                      <a:pt x="205545" y="836523"/>
                      <a:pt x="185010" y="978291"/>
                      <a:pt x="179098" y="1222975"/>
                    </a:cubicBezTo>
                    <a:cubicBezTo>
                      <a:pt x="172405" y="1499957"/>
                      <a:pt x="166321" y="1521713"/>
                      <a:pt x="95544" y="1521713"/>
                    </a:cubicBezTo>
                    <a:cubicBezTo>
                      <a:pt x="-60525" y="1521713"/>
                      <a:pt x="-14491" y="815878"/>
                      <a:pt x="154632" y="615727"/>
                    </a:cubicBezTo>
                    <a:cubicBezTo>
                      <a:pt x="283670" y="463015"/>
                      <a:pt x="802056" y="477094"/>
                      <a:pt x="919062" y="636486"/>
                    </a:cubicBezTo>
                    <a:cubicBezTo>
                      <a:pt x="1071964" y="844782"/>
                      <a:pt x="1106587" y="1521713"/>
                      <a:pt x="964337" y="1521713"/>
                    </a:cubicBezTo>
                    <a:cubicBezTo>
                      <a:pt x="883148" y="1521713"/>
                      <a:pt x="875483" y="1496401"/>
                      <a:pt x="875483" y="1228255"/>
                    </a:cubicBezTo>
                    <a:cubicBezTo>
                      <a:pt x="875483" y="992006"/>
                      <a:pt x="851800" y="807764"/>
                      <a:pt x="821434" y="807764"/>
                    </a:cubicBezTo>
                    <a:cubicBezTo>
                      <a:pt x="815463" y="807764"/>
                      <a:pt x="810578" y="1161553"/>
                      <a:pt x="810578" y="1593965"/>
                    </a:cubicBezTo>
                    <a:cubicBezTo>
                      <a:pt x="810578" y="2108359"/>
                      <a:pt x="805957" y="2388798"/>
                      <a:pt x="797213" y="2405128"/>
                    </a:cubicBezTo>
                    <a:cubicBezTo>
                      <a:pt x="769135" y="2457597"/>
                      <a:pt x="684621" y="2482352"/>
                      <a:pt x="625512" y="2455416"/>
                    </a:cubicBezTo>
                    <a:cubicBezTo>
                      <a:pt x="558506" y="2424885"/>
                      <a:pt x="557918" y="2420433"/>
                      <a:pt x="550960" y="1891669"/>
                    </a:cubicBezTo>
                    <a:cubicBezTo>
                      <a:pt x="541239" y="1152834"/>
                      <a:pt x="507145" y="1159252"/>
                      <a:pt x="502130" y="1900859"/>
                    </a:cubicBezTo>
                    <a:cubicBezTo>
                      <a:pt x="498254" y="2474161"/>
                      <a:pt x="482928" y="2521411"/>
                      <a:pt x="321939" y="2456442"/>
                    </a:cubicBezTo>
                    <a:close/>
                    <a:moveTo>
                      <a:pt x="440511" y="446051"/>
                    </a:moveTo>
                    <a:cubicBezTo>
                      <a:pt x="334212" y="397761"/>
                      <a:pt x="277537" y="295482"/>
                      <a:pt x="297479" y="187926"/>
                    </a:cubicBezTo>
                    <a:cubicBezTo>
                      <a:pt x="339285" y="-37565"/>
                      <a:pt x="671831" y="-69970"/>
                      <a:pt x="743836" y="144430"/>
                    </a:cubicBezTo>
                    <a:cubicBezTo>
                      <a:pt x="812244" y="348121"/>
                      <a:pt x="628072" y="531258"/>
                      <a:pt x="440511" y="446051"/>
                    </a:cubicBezTo>
                    <a:close/>
                  </a:path>
                </a:pathLst>
              </a:custGeom>
              <a:solidFill>
                <a:schemeClr val="accent6">
                  <a:lumMod val="75000"/>
                </a:schemeClr>
              </a:solidFill>
              <a:ln w="12935" cap="flat">
                <a:noFill/>
                <a:prstDash val="solid"/>
                <a:miter/>
              </a:ln>
            </p:spPr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ja-JP" altLang="en-US"/>
              </a:p>
            </p:txBody>
          </p:sp>
        </p:grpSp>
        <p:sp>
          <p:nvSpPr>
            <p:cNvPr id="8" name="テキスト ボックス 8">
              <a:extLst>
                <a:ext uri="{FF2B5EF4-FFF2-40B4-BE49-F238E27FC236}">
                  <a16:creationId xmlns:a16="http://schemas.microsoft.com/office/drawing/2014/main" id="{9659DDC8-B2DC-F888-BD58-2A49352CF32A}"/>
                </a:ext>
              </a:extLst>
            </p:cNvPr>
            <p:cNvSpPr txBox="1"/>
            <p:nvPr userDrawn="1"/>
          </p:nvSpPr>
          <p:spPr>
            <a:xfrm>
              <a:off x="3078480" y="1848502"/>
              <a:ext cx="492885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altLang="ja-JP">
                  <a:solidFill>
                    <a:srgbClr val="548235"/>
                  </a:solidFill>
                </a:rPr>
                <a:t>You: You need text processed by an LLM.</a:t>
              </a:r>
            </a:p>
          </p:txBody>
        </p:sp>
        <p:sp>
          <p:nvSpPr>
            <p:cNvPr id="9" name="テキスト ボックス 9">
              <a:extLst>
                <a:ext uri="{FF2B5EF4-FFF2-40B4-BE49-F238E27FC236}">
                  <a16:creationId xmlns:a16="http://schemas.microsoft.com/office/drawing/2014/main" id="{C46D9E2F-F14D-4F49-BB28-4514C9476613}"/>
                </a:ext>
              </a:extLst>
            </p:cNvPr>
            <p:cNvSpPr txBox="1"/>
            <p:nvPr userDrawn="1"/>
          </p:nvSpPr>
          <p:spPr>
            <a:xfrm>
              <a:off x="3078480" y="3244333"/>
              <a:ext cx="761375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altLang="ja-JP">
                  <a:solidFill>
                    <a:srgbClr val="0F73FC"/>
                  </a:solidFill>
                </a:rPr>
                <a:t>Robot-J: "J" stands for "Judge". It</a:t>
              </a:r>
              <a:r>
                <a:rPr lang="ja-JP" altLang="ja-JP">
                  <a:solidFill>
                    <a:srgbClr val="0F73FC"/>
                  </a:solidFill>
                </a:rPr>
                <a:t> evaluates the processed text.</a:t>
              </a:r>
            </a:p>
          </p:txBody>
        </p:sp>
        <p:sp>
          <p:nvSpPr>
            <p:cNvPr id="10" name="テキスト ボックス 10">
              <a:extLst>
                <a:ext uri="{FF2B5EF4-FFF2-40B4-BE49-F238E27FC236}">
                  <a16:creationId xmlns:a16="http://schemas.microsoft.com/office/drawing/2014/main" id="{90687AEA-F084-6422-C95B-C1EDB0AA9961}"/>
                </a:ext>
              </a:extLst>
            </p:cNvPr>
            <p:cNvSpPr txBox="1"/>
            <p:nvPr userDrawn="1"/>
          </p:nvSpPr>
          <p:spPr>
            <a:xfrm>
              <a:off x="3078480" y="4640164"/>
              <a:ext cx="796743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altLang="ja-JP">
                  <a:solidFill>
                    <a:srgbClr val="F8191A"/>
                  </a:solidFill>
                </a:rPr>
                <a:t>Robot-G: "G" stands for "Generate". It generates the processed text.</a:t>
              </a:r>
            </a:p>
          </p:txBody>
        </p:sp>
      </p:grp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43F766C9-0082-8FCE-8CCE-9C011FBB4492}"/>
              </a:ext>
            </a:extLst>
          </p:cNvPr>
          <p:cNvSpPr/>
          <p:nvPr userDrawn="1"/>
        </p:nvSpPr>
        <p:spPr>
          <a:xfrm>
            <a:off x="762921" y="720024"/>
            <a:ext cx="1183261" cy="482056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 w="19050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ja-JP" sz="1600"/>
              <a:t>Legend</a:t>
            </a:r>
            <a:endParaRPr lang="ja-JP" altLang="en-US" sz="1600"/>
          </a:p>
        </p:txBody>
      </p:sp>
    </p:spTree>
    <p:extLst>
      <p:ext uri="{BB962C8B-B14F-4D97-AF65-F5344CB8AC3E}">
        <p14:creationId xmlns:p14="http://schemas.microsoft.com/office/powerpoint/2010/main" val="35195626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表 3">
            <a:extLst>
              <a:ext uri="{FF2B5EF4-FFF2-40B4-BE49-F238E27FC236}">
                <a16:creationId xmlns:a16="http://schemas.microsoft.com/office/drawing/2014/main" id="{2C74A805-1961-F34F-C862-5A6ACB7E7ECB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2802741959"/>
              </p:ext>
            </p:extLst>
          </p:nvPr>
        </p:nvGraphicFramePr>
        <p:xfrm>
          <a:off x="1439080" y="274320"/>
          <a:ext cx="9313840" cy="630936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076173">
                  <a:extLst>
                    <a:ext uri="{9D8B030D-6E8A-4147-A177-3AD203B41FA5}">
                      <a16:colId xmlns:a16="http://schemas.microsoft.com/office/drawing/2014/main" val="2777621706"/>
                    </a:ext>
                  </a:extLst>
                </a:gridCol>
                <a:gridCol w="1783607">
                  <a:extLst>
                    <a:ext uri="{9D8B030D-6E8A-4147-A177-3AD203B41FA5}">
                      <a16:colId xmlns:a16="http://schemas.microsoft.com/office/drawing/2014/main" val="308123450"/>
                    </a:ext>
                  </a:extLst>
                </a:gridCol>
                <a:gridCol w="6454060">
                  <a:extLst>
                    <a:ext uri="{9D8B030D-6E8A-4147-A177-3AD203B41FA5}">
                      <a16:colId xmlns:a16="http://schemas.microsoft.com/office/drawing/2014/main" val="2952094520"/>
                    </a:ext>
                  </a:extLst>
                </a:gridCol>
              </a:tblGrid>
              <a:tr h="0">
                <a:tc gridSpan="2">
                  <a:txBody>
                    <a:bodyPr/>
                    <a:lstStyle/>
                    <a:p>
                      <a:r>
                        <a:rPr kumimoji="1" lang="en-US" altLang="ja-JP" sz="1000">
                          <a:solidFill>
                            <a:schemeClr val="bg1"/>
                          </a:solidFill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resource</a:t>
                      </a:r>
                      <a:endParaRPr kumimoji="1" lang="ja-JP" altLang="en-US" sz="1000">
                        <a:solidFill>
                          <a:schemeClr val="bg1"/>
                        </a:solidFill>
                        <a:latin typeface="Cascadia Mono" panose="020B0609020000020004" pitchFamily="49" charset="0"/>
                        <a:ea typeface="BIZ UDゴシック" panose="020B0400000000000000" pitchFamily="49" charset="-128"/>
                        <a:cs typeface="Cascadia Mono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sz="1000">
                        <a:solidFill>
                          <a:schemeClr val="bg1"/>
                        </a:solidFill>
                        <a:latin typeface="Cascadia Code SemiBold" panose="020B0609020000020004" pitchFamily="49" charset="0"/>
                        <a:ea typeface="BIZ UDゴシック" panose="020B0400000000000000" pitchFamily="49" charset="-128"/>
                        <a:cs typeface="Cascadia Code SemiBold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000">
                          <a:solidFill>
                            <a:schemeClr val="bg1"/>
                          </a:solidFill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note</a:t>
                      </a:r>
                      <a:endParaRPr kumimoji="1" lang="ja-JP" altLang="en-US" sz="1000">
                        <a:solidFill>
                          <a:schemeClr val="bg1"/>
                        </a:solidFill>
                        <a:latin typeface="Cascadia Mono" panose="020B0609020000020004" pitchFamily="49" charset="0"/>
                        <a:ea typeface="BIZ UDゴシック" panose="020B0400000000000000" pitchFamily="49" charset="-128"/>
                        <a:cs typeface="Cascadia Mono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6102552"/>
                  </a:ext>
                </a:extLst>
              </a:tr>
              <a:tr h="0">
                <a:tc gridSpan="2">
                  <a:txBody>
                    <a:bodyPr/>
                    <a:lstStyle/>
                    <a:p>
                      <a:r>
                        <a:rPr kumimoji="1" lang="en-US" altLang="ja-JP" sz="1000"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.env</a:t>
                      </a:r>
                      <a:endParaRPr kumimoji="1" lang="ja-JP" altLang="en-US" sz="1000">
                        <a:latin typeface="Cascadia Mono" panose="020B0609020000020004" pitchFamily="49" charset="0"/>
                        <a:ea typeface="BIZ UDゴシック" panose="020B0400000000000000" pitchFamily="49" charset="-128"/>
                        <a:cs typeface="Cascadia Mono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sz="1000">
                        <a:latin typeface="Cascadia Code SemiBold" panose="020B0609020000020004" pitchFamily="49" charset="0"/>
                        <a:ea typeface="BIZ UDゴシック" panose="020B0400000000000000" pitchFamily="49" charset="-128"/>
                        <a:cs typeface="Cascadia Code SemiBold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000"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File containing LLM API credentials</a:t>
                      </a: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0497218"/>
                  </a:ext>
                </a:extLst>
              </a:tr>
              <a:tr h="0">
                <a:tc gridSpan="2">
                  <a:txBody>
                    <a:bodyPr/>
                    <a:lstStyle/>
                    <a:p>
                      <a:r>
                        <a:rPr kumimoji="1" lang="en-US" altLang="ja-JP" sz="1000"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llmj.py</a:t>
                      </a:r>
                      <a:endParaRPr kumimoji="1" lang="ja-JP" altLang="en-US" sz="1000">
                        <a:latin typeface="Cascadia Mono" panose="020B0609020000020004" pitchFamily="49" charset="0"/>
                        <a:ea typeface="BIZ UDゴシック" panose="020B0400000000000000" pitchFamily="49" charset="-128"/>
                        <a:cs typeface="Cascadia Mono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sz="1000">
                        <a:latin typeface="Cascadia Code SemiBold" panose="020B0609020000020004" pitchFamily="49" charset="0"/>
                        <a:ea typeface="BIZ UDゴシック" panose="020B0400000000000000" pitchFamily="49" charset="-128"/>
                        <a:cs typeface="Cascadia Code SemiBold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000"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Common definitions and common processing</a:t>
                      </a: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8496352"/>
                  </a:ext>
                </a:extLst>
              </a:tr>
              <a:tr h="0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000"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llmj-generate.py</a:t>
                      </a:r>
                      <a:endParaRPr kumimoji="1" lang="ja-JP" altLang="en-US" sz="1000">
                        <a:latin typeface="Cascadia Mono" panose="020B0609020000020004" pitchFamily="49" charset="0"/>
                        <a:ea typeface="BIZ UDゴシック" panose="020B0400000000000000" pitchFamily="49" charset="-128"/>
                        <a:cs typeface="Cascadia Mono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sz="1000">
                        <a:latin typeface="Cascadia Code SemiBold" panose="020B0609020000020004" pitchFamily="49" charset="0"/>
                        <a:ea typeface="BIZ UDゴシック" panose="020B0400000000000000" pitchFamily="49" charset="-128"/>
                        <a:cs typeface="Cascadia Code SemiBold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000"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This SCRIPT uses </a:t>
                      </a:r>
                      <a:r>
                        <a:rPr kumimoji="1" lang="en-US" altLang="ja-JP" sz="1000" b="1" i="1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work/*.txt</a:t>
                      </a:r>
                      <a:r>
                        <a:rPr kumimoji="1" lang="en-US" altLang="ja-JP" sz="1000"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 to transform </a:t>
                      </a:r>
                      <a:r>
                        <a:rPr kumimoji="1" lang="en-US" altLang="ja-JP" sz="1000" b="1" i="1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source/*.txt</a:t>
                      </a:r>
                      <a:r>
                        <a:rPr kumimoji="1" lang="en-US" altLang="ja-JP" sz="1000"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 and generates </a:t>
                      </a:r>
                      <a:r>
                        <a:rPr kumimoji="1" lang="en-US" altLang="ja-JP" sz="1000" b="1" i="1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work/*.xlsx</a:t>
                      </a:r>
                      <a:r>
                        <a:rPr kumimoji="1" lang="en-US" altLang="ja-JP" sz="1000"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.</a:t>
                      </a: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8836238"/>
                  </a:ext>
                </a:extLst>
              </a:tr>
              <a:tr h="357067">
                <a:tc gridSpan="2">
                  <a:txBody>
                    <a:bodyPr/>
                    <a:lstStyle/>
                    <a:p>
                      <a:r>
                        <a:rPr kumimoji="1" lang="en-US" altLang="ja-JP" sz="1000"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llmj-judge.py</a:t>
                      </a:r>
                      <a:endParaRPr kumimoji="1" lang="ja-JP" altLang="en-US" sz="1000">
                        <a:latin typeface="Cascadia Mono" panose="020B0609020000020004" pitchFamily="49" charset="0"/>
                        <a:ea typeface="BIZ UDゴシック" panose="020B0400000000000000" pitchFamily="49" charset="-128"/>
                        <a:cs typeface="Cascadia Mono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sz="1000">
                        <a:latin typeface="Cascadia Code SemiBold" panose="020B0609020000020004" pitchFamily="49" charset="0"/>
                        <a:ea typeface="BIZ UDゴシック" panose="020B0400000000000000" pitchFamily="49" charset="-128"/>
                        <a:cs typeface="Cascadia Code SemiBold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000"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This SCRIPT evaluates the contents of </a:t>
                      </a:r>
                      <a:r>
                        <a:rPr kumimoji="1" lang="en-US" altLang="ja-JP" sz="1000" b="1" i="1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work/*.xlsx</a:t>
                      </a:r>
                      <a:r>
                        <a:rPr kumimoji="1" lang="en-US" altLang="ja-JP" sz="1000"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 against </a:t>
                      </a:r>
                      <a:r>
                        <a:rPr kumimoji="1" lang="en-US" altLang="ja-JP" sz="1000" b="1" i="1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rubric/*.json</a:t>
                      </a:r>
                      <a:r>
                        <a:rPr kumimoji="1" lang="en-US" altLang="ja-JP" sz="1000"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 and writes the results to </a:t>
                      </a:r>
                      <a:r>
                        <a:rPr kumimoji="1" lang="en-US" altLang="ja-JP" sz="1000" b="1" i="1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work/*.xlsx</a:t>
                      </a:r>
                      <a:r>
                        <a:rPr kumimoji="1" lang="en-US" altLang="ja-JP" sz="1000" b="0" i="0">
                          <a:solidFill>
                            <a:schemeClr val="tx1"/>
                          </a:solidFill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, and </a:t>
                      </a:r>
                      <a:r>
                        <a:rPr kumimoji="1" lang="en-US" altLang="ja-JP" sz="1000"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generates </a:t>
                      </a:r>
                      <a:r>
                        <a:rPr kumimoji="1" lang="en-US" altLang="ja-JP" sz="1000" b="1" i="1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work/report.html</a:t>
                      </a:r>
                      <a:r>
                        <a:rPr kumimoji="1" lang="en-US" altLang="ja-JP" sz="1000"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 based on it.</a:t>
                      </a: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8762670"/>
                  </a:ext>
                </a:extLst>
              </a:tr>
              <a:tr h="357067">
                <a:tc>
                  <a:txBody>
                    <a:bodyPr/>
                    <a:lstStyle/>
                    <a:p>
                      <a:r>
                        <a:rPr kumimoji="1" lang="en-US" altLang="ja-JP" sz="1000"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rubric/</a:t>
                      </a:r>
                      <a:endParaRPr kumimoji="1" lang="ja-JP" altLang="en-US" sz="1000">
                        <a:latin typeface="Cascadia Mono" panose="020B0609020000020004" pitchFamily="49" charset="0"/>
                        <a:ea typeface="BIZ UDゴシック" panose="020B0400000000000000" pitchFamily="49" charset="-128"/>
                        <a:cs typeface="Cascadia Mono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000"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*.json</a:t>
                      </a:r>
                      <a:endParaRPr kumimoji="1" lang="ja-JP" altLang="en-US" sz="1000">
                        <a:latin typeface="Cascadia Mono" panose="020B0609020000020004" pitchFamily="49" charset="0"/>
                        <a:ea typeface="BIZ UDゴシック" panose="020B0400000000000000" pitchFamily="49" charset="-128"/>
                        <a:cs typeface="Cascadia Mono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000"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This JSON defines the criteria used for both initial prompt template generation and LLM-as-a-Judge evaluation.</a:t>
                      </a: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0797808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kumimoji="1" lang="en-US" altLang="ja-JP" sz="1000"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source/</a:t>
                      </a:r>
                      <a:endParaRPr kumimoji="1" lang="ja-JP" altLang="en-US" sz="1000">
                        <a:latin typeface="Cascadia Mono" panose="020B0609020000020004" pitchFamily="49" charset="0"/>
                        <a:ea typeface="BIZ UDゴシック" panose="020B0400000000000000" pitchFamily="49" charset="-128"/>
                        <a:cs typeface="Cascadia Mono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000"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*.txt</a:t>
                      </a:r>
                      <a:endParaRPr kumimoji="1" lang="ja-JP" altLang="en-US" sz="1000">
                        <a:latin typeface="Cascadia Mono" panose="020B0609020000020004" pitchFamily="49" charset="0"/>
                        <a:ea typeface="BIZ UDゴシック" panose="020B0400000000000000" pitchFamily="49" charset="-128"/>
                        <a:cs typeface="Cascadia Mono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000"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This TXT file contains the original text.</a:t>
                      </a: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2082791"/>
                  </a:ext>
                </a:extLst>
              </a:tr>
              <a:tr h="357067">
                <a:tc rowSpan="4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000"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supports/</a:t>
                      </a:r>
                      <a:endParaRPr kumimoji="1" lang="ja-JP" altLang="en-US" sz="1000">
                        <a:latin typeface="Cascadia Mono" panose="020B0609020000020004" pitchFamily="49" charset="0"/>
                        <a:ea typeface="BIZ UDゴシック" panose="020B0400000000000000" pitchFamily="49" charset="-128"/>
                        <a:cs typeface="Cascadia Mono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000"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llmj-configure.py</a:t>
                      </a:r>
                      <a:endParaRPr kumimoji="1" lang="ja-JP" altLang="en-US" sz="1000">
                        <a:latin typeface="Cascadia Mono" panose="020B0609020000020004" pitchFamily="49" charset="0"/>
                        <a:ea typeface="BIZ UDゴシック" panose="020B0400000000000000" pitchFamily="49" charset="-128"/>
                        <a:cs typeface="Cascadia Mono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000" b="0" i="0">
                          <a:solidFill>
                            <a:schemeClr val="tx1"/>
                          </a:solidFill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It generates </a:t>
                      </a:r>
                      <a:r>
                        <a:rPr kumimoji="1" lang="en-US" altLang="ja-JP" sz="1000" b="1" i="1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work/rubric-stats.json</a:t>
                      </a:r>
                      <a:r>
                        <a:rPr kumimoji="1" lang="en-US" altLang="ja-JP" sz="1000" b="0" i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 </a:t>
                      </a:r>
                      <a:r>
                        <a:rPr kumimoji="1" lang="en-US" altLang="ja-JP" sz="1000" b="0" i="0">
                          <a:solidFill>
                            <a:schemeClr val="tx1"/>
                          </a:solidFill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for statistical analysis of the judge results.</a:t>
                      </a: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9504222"/>
                  </a:ext>
                </a:extLst>
              </a:tr>
              <a:tr h="357067">
                <a:tc v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000"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llmj-fake-source.py</a:t>
                      </a:r>
                      <a:endParaRPr kumimoji="1" lang="ja-JP" altLang="en-US" sz="1000">
                        <a:latin typeface="Cascadia Mono" panose="020B0609020000020004" pitchFamily="49" charset="0"/>
                        <a:ea typeface="BIZ UDゴシック" panose="020B0400000000000000" pitchFamily="49" charset="-128"/>
                        <a:cs typeface="Cascadia Mono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000" b="0" i="0">
                          <a:solidFill>
                            <a:schemeClr val="tx1"/>
                          </a:solidFill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It generates a large number of text files </a:t>
                      </a:r>
                      <a:r>
                        <a:rPr kumimoji="1" lang="en-US" altLang="ja-JP" sz="1000" b="1" i="1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in source/*.txt</a:t>
                      </a:r>
                      <a:r>
                        <a:rPr kumimoji="1" lang="en-US" altLang="ja-JP" sz="1000" b="0" i="0">
                          <a:solidFill>
                            <a:schemeClr val="tx1"/>
                          </a:solidFill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. Please use them as input data for quality verification.</a:t>
                      </a: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5486968"/>
                  </a:ext>
                </a:extLst>
              </a:tr>
              <a:tr h="357067">
                <a:tc vMerge="1">
                  <a:txBody>
                    <a:bodyPr/>
                    <a:lstStyle/>
                    <a:p>
                      <a:endParaRPr kumimoji="1" lang="ja-JP" altLang="en-US" sz="1000">
                        <a:latin typeface="Cascadia Code SemiBold" panose="020B0609020000020004" pitchFamily="49" charset="0"/>
                        <a:ea typeface="BIZ UDゴシック" panose="020B0400000000000000" pitchFamily="49" charset="-128"/>
                        <a:cs typeface="Cascadia Code SemiBold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000"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llmj-initial.py</a:t>
                      </a:r>
                      <a:endParaRPr kumimoji="1" lang="ja-JP" altLang="en-US" sz="1000">
                        <a:latin typeface="Cascadia Mono" panose="020B0609020000020004" pitchFamily="49" charset="0"/>
                        <a:ea typeface="BIZ UDゴシック" panose="020B0400000000000000" pitchFamily="49" charset="-128"/>
                        <a:cs typeface="Cascadia Mono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000"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This SCRIPT generates prompt templates from </a:t>
                      </a:r>
                      <a:r>
                        <a:rPr kumimoji="1" lang="en-US" altLang="ja-JP" sz="1000" b="1" i="1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rubric/*.json</a:t>
                      </a:r>
                      <a:r>
                        <a:rPr kumimoji="1" lang="en-US" altLang="ja-JP" sz="1000"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 and writes them to </a:t>
                      </a:r>
                      <a:r>
                        <a:rPr kumimoji="1" lang="en-US" altLang="ja-JP" sz="1000" b="1" i="1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work/*.txt</a:t>
                      </a:r>
                      <a:r>
                        <a:rPr kumimoji="1" lang="en-US" altLang="ja-JP" sz="1000"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. These prompts serve as a baseline for human tuning.</a:t>
                      </a: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7967045"/>
                  </a:ext>
                </a:extLst>
              </a:tr>
              <a:tr h="357067">
                <a:tc v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sz="1000">
                        <a:latin typeface="Cascadia Code SemiBold" panose="020B0609020000020004" pitchFamily="49" charset="0"/>
                        <a:ea typeface="BIZ UDゴシック" panose="020B0400000000000000" pitchFamily="49" charset="-128"/>
                        <a:cs typeface="Cascadia Code SemiBold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000"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llmj-gold-review.py</a:t>
                      </a:r>
                      <a:endParaRPr kumimoji="1" lang="ja-JP" altLang="en-US" sz="1000">
                        <a:latin typeface="Cascadia Mono" panose="020B0609020000020004" pitchFamily="49" charset="0"/>
                        <a:ea typeface="BIZ UDゴシック" panose="020B0400000000000000" pitchFamily="49" charset="-128"/>
                        <a:cs typeface="Cascadia Mono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000"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This SCRIPT provides improvement suggestions for the </a:t>
                      </a:r>
                      <a:r>
                        <a:rPr kumimoji="1" lang="en-US" altLang="ja-JP" sz="1000" b="1" i="1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rubric/*.json</a:t>
                      </a:r>
                      <a:r>
                        <a:rPr kumimoji="1" lang="en-US" altLang="ja-JP" sz="1000"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 or for specific gold data in </a:t>
                      </a:r>
                      <a:r>
                        <a:rPr kumimoji="1" lang="en-US" altLang="ja-JP" sz="1000" b="1" i="1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work/*.xlsx </a:t>
                      </a:r>
                      <a:r>
                        <a:rPr kumimoji="1" lang="en-US" altLang="ja-JP" sz="1000"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based on the evaluation results of the gold data.</a:t>
                      </a: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30805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000"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supports/</a:t>
                      </a:r>
                      <a:endParaRPr kumimoji="1" lang="ja-JP" altLang="en-US" sz="1000">
                        <a:latin typeface="Cascadia Mono" panose="020B0609020000020004" pitchFamily="49" charset="0"/>
                        <a:ea typeface="BIZ UDゴシック" panose="020B0400000000000000" pitchFamily="49" charset="-128"/>
                        <a:cs typeface="Cascadia Mono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000"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template-*</a:t>
                      </a:r>
                      <a:endParaRPr kumimoji="1" lang="ja-JP" altLang="en-US" sz="1000">
                        <a:latin typeface="Cascadia Mono" panose="020B0609020000020004" pitchFamily="49" charset="0"/>
                        <a:ea typeface="BIZ UDゴシック" panose="020B0400000000000000" pitchFamily="49" charset="-128"/>
                        <a:cs typeface="Cascadia Mono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000"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These templates are used by </a:t>
                      </a:r>
                      <a:r>
                        <a:rPr kumimoji="1" lang="en-US" altLang="ja-JP" sz="1000" b="1" i="1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*.py</a:t>
                      </a:r>
                      <a:r>
                        <a:rPr kumimoji="1" lang="en-US" altLang="ja-JP" sz="1000"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 scripts.</a:t>
                      </a: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5941897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kumimoji="1" lang="en-US" altLang="ja-JP" sz="1000"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work/</a:t>
                      </a:r>
                      <a:endParaRPr kumimoji="1" lang="ja-JP" altLang="en-US" sz="1000">
                        <a:latin typeface="Cascadia Mono" panose="020B0609020000020004" pitchFamily="49" charset="0"/>
                        <a:ea typeface="BIZ UDゴシック" panose="020B0400000000000000" pitchFamily="49" charset="-128"/>
                        <a:cs typeface="Cascadia Mono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000"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*</a:t>
                      </a:r>
                      <a:endParaRPr kumimoji="1" lang="ja-JP" altLang="en-US" sz="1000">
                        <a:latin typeface="Cascadia Mono" panose="020B0609020000020004" pitchFamily="49" charset="0"/>
                        <a:ea typeface="BIZ UDゴシック" panose="020B0400000000000000" pitchFamily="49" charset="-128"/>
                        <a:cs typeface="Cascadia Mono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000"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This directory contains generated outputs such as </a:t>
                      </a:r>
                      <a:r>
                        <a:rPr kumimoji="1" lang="en-US" altLang="ja-JP" sz="1000" b="1" i="1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*.txt</a:t>
                      </a:r>
                      <a:r>
                        <a:rPr kumimoji="1" lang="en-US" altLang="ja-JP" sz="1000"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, </a:t>
                      </a:r>
                      <a:r>
                        <a:rPr kumimoji="1" lang="en-US" altLang="ja-JP" sz="1000" b="1" i="1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*.xlsx</a:t>
                      </a:r>
                      <a:r>
                        <a:rPr kumimoji="1" lang="en-US" altLang="ja-JP" sz="1000"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, and </a:t>
                      </a:r>
                      <a:r>
                        <a:rPr kumimoji="1" lang="en-US" altLang="ja-JP" sz="1000" b="1" i="1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report.html</a:t>
                      </a:r>
                      <a:r>
                        <a:rPr kumimoji="1" lang="en-US" altLang="ja-JP" sz="1000"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.</a:t>
                      </a: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443221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850057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C685F195-4AAC-772F-5C9E-73F1253140F0}"/>
              </a:ext>
            </a:extLst>
          </p:cNvPr>
          <p:cNvGrpSpPr/>
          <p:nvPr userDrawn="1"/>
        </p:nvGrpSpPr>
        <p:grpSpPr>
          <a:xfrm>
            <a:off x="347314" y="922978"/>
            <a:ext cx="11572018" cy="5580536"/>
            <a:chOff x="237162" y="805781"/>
            <a:chExt cx="11572018" cy="5580536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pic>
          <p:nvPicPr>
            <p:cNvPr id="12" name="図 11">
              <a:extLst>
                <a:ext uri="{FF2B5EF4-FFF2-40B4-BE49-F238E27FC236}">
                  <a16:creationId xmlns:a16="http://schemas.microsoft.com/office/drawing/2014/main" id="{FC14109F-EF12-DDDA-54F3-6582B04035CC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915975" y="3467129"/>
              <a:ext cx="545555" cy="54555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3175">
              <a:solidFill>
                <a:srgbClr val="1374FC"/>
              </a:solidFill>
            </a:ln>
            <a:effectLst/>
          </p:spPr>
        </p:pic>
        <p:pic>
          <p:nvPicPr>
            <p:cNvPr id="13" name="図 12">
              <a:extLst>
                <a:ext uri="{FF2B5EF4-FFF2-40B4-BE49-F238E27FC236}">
                  <a16:creationId xmlns:a16="http://schemas.microsoft.com/office/drawing/2014/main" id="{0AB7F6F8-8617-5C67-FAD7-8B0841BED55D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915975" y="1309994"/>
              <a:ext cx="545556" cy="545556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3175">
              <a:solidFill>
                <a:srgbClr val="1374FC"/>
              </a:solidFill>
            </a:ln>
            <a:effectLst/>
          </p:spPr>
        </p:pic>
        <p:sp>
          <p:nvSpPr>
            <p:cNvPr id="14" name="正方形/長方形 13">
              <a:extLst>
                <a:ext uri="{FF2B5EF4-FFF2-40B4-BE49-F238E27FC236}">
                  <a16:creationId xmlns:a16="http://schemas.microsoft.com/office/drawing/2014/main" id="{29860635-BE6A-9479-E69A-CBCF6820740C}"/>
                </a:ext>
              </a:extLst>
            </p:cNvPr>
            <p:cNvSpPr/>
            <p:nvPr userDrawn="1"/>
          </p:nvSpPr>
          <p:spPr>
            <a:xfrm>
              <a:off x="1331676" y="3467129"/>
              <a:ext cx="1130946" cy="545556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You create the gold data.</a:t>
              </a:r>
              <a:endParaRPr kumimoji="1" lang="ja-JP" altLang="en-US" sz="800"/>
            </a:p>
          </p:txBody>
        </p:sp>
        <p:sp>
          <p:nvSpPr>
            <p:cNvPr id="15" name="正方形/長方形 14">
              <a:extLst>
                <a:ext uri="{FF2B5EF4-FFF2-40B4-BE49-F238E27FC236}">
                  <a16:creationId xmlns:a16="http://schemas.microsoft.com/office/drawing/2014/main" id="{7634A158-3AF9-E224-CF9E-BD0D9CC1991B}"/>
                </a:ext>
              </a:extLst>
            </p:cNvPr>
            <p:cNvSpPr/>
            <p:nvPr userDrawn="1"/>
          </p:nvSpPr>
          <p:spPr>
            <a:xfrm>
              <a:off x="3880390" y="3467129"/>
              <a:ext cx="1130945" cy="545556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You define evaluation rules from the gold data.</a:t>
              </a:r>
              <a:endParaRPr lang="ja-JP" altLang="en-US" sz="800"/>
            </a:p>
          </p:txBody>
        </p:sp>
        <p:sp>
          <p:nvSpPr>
            <p:cNvPr id="16" name="正方形/長方形 15">
              <a:extLst>
                <a:ext uri="{FF2B5EF4-FFF2-40B4-BE49-F238E27FC236}">
                  <a16:creationId xmlns:a16="http://schemas.microsoft.com/office/drawing/2014/main" id="{2E45C595-E235-930D-BC61-9B65B624D1CF}"/>
                </a:ext>
              </a:extLst>
            </p:cNvPr>
            <p:cNvSpPr/>
            <p:nvPr userDrawn="1"/>
          </p:nvSpPr>
          <p:spPr>
            <a:xfrm>
              <a:off x="6429103" y="3473479"/>
              <a:ext cx="1130945" cy="545556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Robot-J is created based on the rules.</a:t>
              </a:r>
              <a:endParaRPr lang="ja-JP" altLang="en-US" sz="800"/>
            </a:p>
          </p:txBody>
        </p:sp>
        <p:sp>
          <p:nvSpPr>
            <p:cNvPr id="17" name="正方形/長方形 16">
              <a:extLst>
                <a:ext uri="{FF2B5EF4-FFF2-40B4-BE49-F238E27FC236}">
                  <a16:creationId xmlns:a16="http://schemas.microsoft.com/office/drawing/2014/main" id="{43625C06-63A8-8D61-B505-336DEA7B395C}"/>
                </a:ext>
              </a:extLst>
            </p:cNvPr>
            <p:cNvSpPr/>
            <p:nvPr userDrawn="1"/>
          </p:nvSpPr>
          <p:spPr>
            <a:xfrm>
              <a:off x="8817458" y="3473479"/>
              <a:ext cx="1130945" cy="545556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Robot-J evaluates the gold data.</a:t>
              </a:r>
              <a:endParaRPr lang="ja-JP" altLang="en-US" sz="800"/>
            </a:p>
          </p:txBody>
        </p:sp>
        <p:sp>
          <p:nvSpPr>
            <p:cNvPr id="18" name="正方形/長方形 17">
              <a:extLst>
                <a:ext uri="{FF2B5EF4-FFF2-40B4-BE49-F238E27FC236}">
                  <a16:creationId xmlns:a16="http://schemas.microsoft.com/office/drawing/2014/main" id="{8F545E14-EC59-E277-C61D-AF28D4F5D6DF}"/>
                </a:ext>
              </a:extLst>
            </p:cNvPr>
            <p:cNvSpPr/>
            <p:nvPr userDrawn="1"/>
          </p:nvSpPr>
          <p:spPr>
            <a:xfrm>
              <a:off x="6429102" y="1309994"/>
              <a:ext cx="1130945" cy="545556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You tune Robot-J.</a:t>
              </a:r>
              <a:endParaRPr lang="ja-JP" altLang="en-US" sz="800"/>
            </a:p>
          </p:txBody>
        </p:sp>
        <p:sp>
          <p:nvSpPr>
            <p:cNvPr id="19" name="フローチャート: 書類 18">
              <a:extLst>
                <a:ext uri="{FF2B5EF4-FFF2-40B4-BE49-F238E27FC236}">
                  <a16:creationId xmlns:a16="http://schemas.microsoft.com/office/drawing/2014/main" id="{E3EA254B-CD4B-271E-F040-C40EE7E02F9A}"/>
                </a:ext>
              </a:extLst>
            </p:cNvPr>
            <p:cNvSpPr/>
            <p:nvPr userDrawn="1"/>
          </p:nvSpPr>
          <p:spPr>
            <a:xfrm>
              <a:off x="5367263" y="3507359"/>
              <a:ext cx="705913" cy="482056"/>
            </a:xfrm>
            <a:prstGeom prst="flowChartDocument">
              <a:avLst/>
            </a:prstGeom>
            <a:solidFill>
              <a:schemeClr val="bg1"/>
            </a:solidFill>
            <a:ln w="3175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evaluation</a:t>
              </a:r>
            </a:p>
            <a:p>
              <a:pPr algn="ctr"/>
              <a:r>
                <a:rPr lang="en-US" altLang="ja-JP" sz="80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rules</a:t>
              </a:r>
              <a:endParaRPr lang="ja-JP" altLang="en-US" sz="80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20" name="フローチャート: 書類 19">
              <a:extLst>
                <a:ext uri="{FF2B5EF4-FFF2-40B4-BE49-F238E27FC236}">
                  <a16:creationId xmlns:a16="http://schemas.microsoft.com/office/drawing/2014/main" id="{E36ECAFC-3874-DCE3-DF7B-79FB016551C3}"/>
                </a:ext>
              </a:extLst>
            </p:cNvPr>
            <p:cNvSpPr/>
            <p:nvPr userDrawn="1"/>
          </p:nvSpPr>
          <p:spPr>
            <a:xfrm>
              <a:off x="2818549" y="3505229"/>
              <a:ext cx="705913" cy="482056"/>
            </a:xfrm>
            <a:prstGeom prst="flowChartDocument">
              <a:avLst/>
            </a:prstGeom>
            <a:solidFill>
              <a:schemeClr val="bg1"/>
            </a:solidFill>
            <a:ln w="3175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gold data</a:t>
              </a:r>
              <a:endParaRPr lang="ja-JP" altLang="en-US" sz="80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21" name="四角形: 角を丸くする 20">
              <a:extLst>
                <a:ext uri="{FF2B5EF4-FFF2-40B4-BE49-F238E27FC236}">
                  <a16:creationId xmlns:a16="http://schemas.microsoft.com/office/drawing/2014/main" id="{07AB0502-5C15-C671-EFCC-1A895278E71B}"/>
                </a:ext>
              </a:extLst>
            </p:cNvPr>
            <p:cNvSpPr/>
            <p:nvPr userDrawn="1"/>
          </p:nvSpPr>
          <p:spPr>
            <a:xfrm>
              <a:off x="10524853" y="4019035"/>
              <a:ext cx="756603" cy="364977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acceptable</a:t>
              </a:r>
              <a:endParaRPr lang="ja-JP" altLang="en-US" sz="800"/>
            </a:p>
          </p:txBody>
        </p:sp>
        <p:sp>
          <p:nvSpPr>
            <p:cNvPr id="22" name="四角形: 角を丸くする 21">
              <a:extLst>
                <a:ext uri="{FF2B5EF4-FFF2-40B4-BE49-F238E27FC236}">
                  <a16:creationId xmlns:a16="http://schemas.microsoft.com/office/drawing/2014/main" id="{C4573967-9CCD-7A0B-091F-CC6DAA656FB9}"/>
                </a:ext>
              </a:extLst>
            </p:cNvPr>
            <p:cNvSpPr/>
            <p:nvPr userDrawn="1"/>
          </p:nvSpPr>
          <p:spPr>
            <a:xfrm>
              <a:off x="10524852" y="3099350"/>
              <a:ext cx="756603" cy="364977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not</a:t>
              </a:r>
            </a:p>
            <a:p>
              <a:pPr algn="ctr"/>
              <a:r>
                <a:rPr lang="en-US" altLang="ja-JP" sz="800"/>
                <a:t>acceptable</a:t>
              </a:r>
              <a:endParaRPr lang="ja-JP" altLang="en-US" sz="800"/>
            </a:p>
          </p:txBody>
        </p:sp>
        <p:sp>
          <p:nvSpPr>
            <p:cNvPr id="23" name="正方形/長方形 22">
              <a:extLst>
                <a:ext uri="{FF2B5EF4-FFF2-40B4-BE49-F238E27FC236}">
                  <a16:creationId xmlns:a16="http://schemas.microsoft.com/office/drawing/2014/main" id="{211BD9CD-816E-2BA4-FDA8-51C1E9C215AE}"/>
                </a:ext>
              </a:extLst>
            </p:cNvPr>
            <p:cNvSpPr/>
            <p:nvPr userDrawn="1"/>
          </p:nvSpPr>
          <p:spPr>
            <a:xfrm>
              <a:off x="5154746" y="4322604"/>
              <a:ext cx="1130945" cy="545556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 Robot-G Ver.1 is created based on the rules.</a:t>
              </a:r>
              <a:endParaRPr lang="ja-JP" altLang="en-US" sz="800"/>
            </a:p>
          </p:txBody>
        </p:sp>
        <p:cxnSp>
          <p:nvCxnSpPr>
            <p:cNvPr id="24" name="コネクタ: カギ線 23">
              <a:extLst>
                <a:ext uri="{FF2B5EF4-FFF2-40B4-BE49-F238E27FC236}">
                  <a16:creationId xmlns:a16="http://schemas.microsoft.com/office/drawing/2014/main" id="{701B41CA-63F0-3424-0409-3970A0AFBEB8}"/>
                </a:ext>
              </a:extLst>
            </p:cNvPr>
            <p:cNvCxnSpPr>
              <a:cxnSpLocks/>
            </p:cNvCxnSpPr>
            <p:nvPr userDrawn="1"/>
          </p:nvCxnSpPr>
          <p:spPr>
            <a:xfrm rot="10800000" flipH="1" flipV="1">
              <a:off x="10524851" y="3281838"/>
              <a:ext cx="1" cy="919685"/>
            </a:xfrm>
            <a:prstGeom prst="bentConnector3">
              <a:avLst>
                <a:gd name="adj1" fmla="val -22860000000"/>
              </a:avLst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headEnd type="triangle"/>
              <a:tailEnd type="triangle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直線コネクタ 24">
              <a:extLst>
                <a:ext uri="{FF2B5EF4-FFF2-40B4-BE49-F238E27FC236}">
                  <a16:creationId xmlns:a16="http://schemas.microsoft.com/office/drawing/2014/main" id="{EE0F895E-DFFF-4DEE-3D1D-43B459C7412F}"/>
                </a:ext>
              </a:extLst>
            </p:cNvPr>
            <p:cNvCxnSpPr>
              <a:cxnSpLocks/>
              <a:stCxn id="17" idx="3"/>
            </p:cNvCxnSpPr>
            <p:nvPr userDrawn="1"/>
          </p:nvCxnSpPr>
          <p:spPr>
            <a:xfrm>
              <a:off x="9948403" y="3746257"/>
              <a:ext cx="355927" cy="0"/>
            </a:xfrm>
            <a:prstGeom prst="line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直線矢印コネクタ 25">
              <a:extLst>
                <a:ext uri="{FF2B5EF4-FFF2-40B4-BE49-F238E27FC236}">
                  <a16:creationId xmlns:a16="http://schemas.microsoft.com/office/drawing/2014/main" id="{60DF5A24-2D44-85A5-2934-BE7A202C5F00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5011335" y="3736663"/>
              <a:ext cx="355928" cy="0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直線矢印コネクタ 26">
              <a:extLst>
                <a:ext uri="{FF2B5EF4-FFF2-40B4-BE49-F238E27FC236}">
                  <a16:creationId xmlns:a16="http://schemas.microsoft.com/office/drawing/2014/main" id="{5B5E63D1-F771-3AD6-9B43-749ED163060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6073174" y="3743082"/>
              <a:ext cx="355928" cy="0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直線矢印コネクタ 27">
              <a:extLst>
                <a:ext uri="{FF2B5EF4-FFF2-40B4-BE49-F238E27FC236}">
                  <a16:creationId xmlns:a16="http://schemas.microsoft.com/office/drawing/2014/main" id="{D2F80295-A743-05B8-8896-776E2AE7A1D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7560047" y="3748507"/>
              <a:ext cx="355928" cy="0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直線矢印コネクタ 28">
              <a:extLst>
                <a:ext uri="{FF2B5EF4-FFF2-40B4-BE49-F238E27FC236}">
                  <a16:creationId xmlns:a16="http://schemas.microsoft.com/office/drawing/2014/main" id="{C8D4A5C3-31FD-5390-92DB-16C1DED0F69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8461530" y="3743082"/>
              <a:ext cx="355928" cy="0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直線矢印コネクタ 29">
              <a:extLst>
                <a:ext uri="{FF2B5EF4-FFF2-40B4-BE49-F238E27FC236}">
                  <a16:creationId xmlns:a16="http://schemas.microsoft.com/office/drawing/2014/main" id="{5845EB22-8A15-2E38-FE2B-3BE247C59C6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2462622" y="3738820"/>
              <a:ext cx="355928" cy="0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直線矢印コネクタ 30">
              <a:extLst>
                <a:ext uri="{FF2B5EF4-FFF2-40B4-BE49-F238E27FC236}">
                  <a16:creationId xmlns:a16="http://schemas.microsoft.com/office/drawing/2014/main" id="{5D717C68-C241-4F6D-FB8A-0A1B882F022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524462" y="3736663"/>
              <a:ext cx="355928" cy="0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直線矢印コネクタ 31">
              <a:extLst>
                <a:ext uri="{FF2B5EF4-FFF2-40B4-BE49-F238E27FC236}">
                  <a16:creationId xmlns:a16="http://schemas.microsoft.com/office/drawing/2014/main" id="{63F0DCB3-EA90-5042-0DFA-824DDCBD5505}"/>
                </a:ext>
              </a:extLst>
            </p:cNvPr>
            <p:cNvCxnSpPr>
              <a:cxnSpLocks/>
              <a:stCxn id="19" idx="2"/>
              <a:endCxn id="23" idx="0"/>
            </p:cNvCxnSpPr>
            <p:nvPr userDrawn="1"/>
          </p:nvCxnSpPr>
          <p:spPr>
            <a:xfrm flipH="1">
              <a:off x="5720219" y="3957546"/>
              <a:ext cx="1" cy="365058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直線矢印コネクタ 32">
              <a:extLst>
                <a:ext uri="{FF2B5EF4-FFF2-40B4-BE49-F238E27FC236}">
                  <a16:creationId xmlns:a16="http://schemas.microsoft.com/office/drawing/2014/main" id="{C8B42DEF-0698-4FAC-338F-0E6DD58739E3}"/>
                </a:ext>
              </a:extLst>
            </p:cNvPr>
            <p:cNvCxnSpPr>
              <a:cxnSpLocks/>
              <a:stCxn id="23" idx="2"/>
            </p:cNvCxnSpPr>
            <p:nvPr userDrawn="1"/>
          </p:nvCxnSpPr>
          <p:spPr>
            <a:xfrm flipH="1">
              <a:off x="5720218" y="4868160"/>
              <a:ext cx="1" cy="365219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直線矢印コネクタ 33">
              <a:extLst>
                <a:ext uri="{FF2B5EF4-FFF2-40B4-BE49-F238E27FC236}">
                  <a16:creationId xmlns:a16="http://schemas.microsoft.com/office/drawing/2014/main" id="{26E9FEAA-106D-176E-3B38-C9411A58C94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7959800" y="2614584"/>
              <a:ext cx="849743" cy="849743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直線矢印コネクタ 34">
              <a:extLst>
                <a:ext uri="{FF2B5EF4-FFF2-40B4-BE49-F238E27FC236}">
                  <a16:creationId xmlns:a16="http://schemas.microsoft.com/office/drawing/2014/main" id="{0658ADDD-B339-5103-7138-7062B088C1D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7560047" y="1582772"/>
              <a:ext cx="355928" cy="0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コネクタ: カギ線 35">
              <a:extLst>
                <a:ext uri="{FF2B5EF4-FFF2-40B4-BE49-F238E27FC236}">
                  <a16:creationId xmlns:a16="http://schemas.microsoft.com/office/drawing/2014/main" id="{DF3AE58C-9239-DD8E-7660-6E30283A3FE0}"/>
                </a:ext>
              </a:extLst>
            </p:cNvPr>
            <p:cNvCxnSpPr>
              <a:cxnSpLocks/>
              <a:stCxn id="13" idx="6"/>
              <a:endCxn id="17" idx="0"/>
            </p:cNvCxnSpPr>
            <p:nvPr userDrawn="1"/>
          </p:nvCxnSpPr>
          <p:spPr>
            <a:xfrm>
              <a:off x="8461531" y="1582772"/>
              <a:ext cx="921400" cy="1890707"/>
            </a:xfrm>
            <a:prstGeom prst="bentConnector2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コネクタ: カギ線 36">
              <a:extLst>
                <a:ext uri="{FF2B5EF4-FFF2-40B4-BE49-F238E27FC236}">
                  <a16:creationId xmlns:a16="http://schemas.microsoft.com/office/drawing/2014/main" id="{D34F3F57-2879-BC3F-B0DC-042F96590304}"/>
                </a:ext>
              </a:extLst>
            </p:cNvPr>
            <p:cNvCxnSpPr>
              <a:cxnSpLocks/>
              <a:stCxn id="22" idx="3"/>
              <a:endCxn id="18" idx="1"/>
            </p:cNvCxnSpPr>
            <p:nvPr userDrawn="1"/>
          </p:nvCxnSpPr>
          <p:spPr>
            <a:xfrm flipH="1" flipV="1">
              <a:off x="6429102" y="1582772"/>
              <a:ext cx="4852353" cy="1699067"/>
            </a:xfrm>
            <a:prstGeom prst="bentConnector5">
              <a:avLst>
                <a:gd name="adj1" fmla="val -4711"/>
                <a:gd name="adj2" fmla="val 164945"/>
                <a:gd name="adj3" fmla="val 114622"/>
              </a:avLst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コネクタ: カギ線 37">
              <a:extLst>
                <a:ext uri="{FF2B5EF4-FFF2-40B4-BE49-F238E27FC236}">
                  <a16:creationId xmlns:a16="http://schemas.microsoft.com/office/drawing/2014/main" id="{BE164225-F56F-5DA8-0ACB-3A0ACA0B6D94}"/>
                </a:ext>
              </a:extLst>
            </p:cNvPr>
            <p:cNvCxnSpPr>
              <a:cxnSpLocks/>
              <a:stCxn id="20" idx="0"/>
            </p:cNvCxnSpPr>
            <p:nvPr userDrawn="1"/>
          </p:nvCxnSpPr>
          <p:spPr>
            <a:xfrm rot="5400000" flipH="1" flipV="1">
              <a:off x="5120331" y="665760"/>
              <a:ext cx="890645" cy="4788294"/>
            </a:xfrm>
            <a:prstGeom prst="bentConnector3">
              <a:avLst>
                <a:gd name="adj1" fmla="val 100000"/>
              </a:avLst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四角形: 角を丸くする 38">
              <a:extLst>
                <a:ext uri="{FF2B5EF4-FFF2-40B4-BE49-F238E27FC236}">
                  <a16:creationId xmlns:a16="http://schemas.microsoft.com/office/drawing/2014/main" id="{9AF42373-2417-24E0-73B4-1E561DF848D3}"/>
                </a:ext>
              </a:extLst>
            </p:cNvPr>
            <p:cNvSpPr/>
            <p:nvPr userDrawn="1"/>
          </p:nvSpPr>
          <p:spPr>
            <a:xfrm>
              <a:off x="237162" y="3622001"/>
              <a:ext cx="594414" cy="242162"/>
            </a:xfrm>
            <a:prstGeom prst="roundRect">
              <a:avLst>
                <a:gd name="adj" fmla="val 50000"/>
              </a:avLst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step1</a:t>
              </a:r>
              <a:endParaRPr lang="ja-JP" altLang="en-US" sz="800"/>
            </a:p>
          </p:txBody>
        </p:sp>
        <p:sp>
          <p:nvSpPr>
            <p:cNvPr id="40" name="四角形: 角を丸くする 39">
              <a:extLst>
                <a:ext uri="{FF2B5EF4-FFF2-40B4-BE49-F238E27FC236}">
                  <a16:creationId xmlns:a16="http://schemas.microsoft.com/office/drawing/2014/main" id="{0BF44DC6-DB9B-ACAA-2A31-187D413F18BF}"/>
                </a:ext>
              </a:extLst>
            </p:cNvPr>
            <p:cNvSpPr/>
            <p:nvPr userDrawn="1"/>
          </p:nvSpPr>
          <p:spPr>
            <a:xfrm>
              <a:off x="5427240" y="6144155"/>
              <a:ext cx="594414" cy="242162"/>
            </a:xfrm>
            <a:prstGeom prst="roundRect">
              <a:avLst>
                <a:gd name="adj" fmla="val 50000"/>
              </a:avLst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step2</a:t>
              </a:r>
              <a:endParaRPr lang="ja-JP" altLang="en-US" sz="800"/>
            </a:p>
          </p:txBody>
        </p:sp>
        <p:sp>
          <p:nvSpPr>
            <p:cNvPr id="41" name="四角形: 角を丸くする 40">
              <a:extLst>
                <a:ext uri="{FF2B5EF4-FFF2-40B4-BE49-F238E27FC236}">
                  <a16:creationId xmlns:a16="http://schemas.microsoft.com/office/drawing/2014/main" id="{D4EE8F8D-C320-40B8-A563-6D0A48481BB8}"/>
                </a:ext>
              </a:extLst>
            </p:cNvPr>
            <p:cNvSpPr/>
            <p:nvPr userDrawn="1"/>
          </p:nvSpPr>
          <p:spPr>
            <a:xfrm>
              <a:off x="11214766" y="6144155"/>
              <a:ext cx="594414" cy="242162"/>
            </a:xfrm>
            <a:prstGeom prst="roundRect">
              <a:avLst>
                <a:gd name="adj" fmla="val 50000"/>
              </a:avLst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step2</a:t>
              </a:r>
              <a:endParaRPr lang="ja-JP" altLang="en-US" sz="800"/>
            </a:p>
          </p:txBody>
        </p:sp>
        <p:cxnSp>
          <p:nvCxnSpPr>
            <p:cNvPr id="42" name="直線矢印コネクタ 41">
              <a:extLst>
                <a:ext uri="{FF2B5EF4-FFF2-40B4-BE49-F238E27FC236}">
                  <a16:creationId xmlns:a16="http://schemas.microsoft.com/office/drawing/2014/main" id="{09C1DAAC-838C-C098-65CA-411A4578D5AA}"/>
                </a:ext>
              </a:extLst>
            </p:cNvPr>
            <p:cNvCxnSpPr>
              <a:cxnSpLocks/>
              <a:stCxn id="39" idx="3"/>
              <a:endCxn id="14" idx="1"/>
            </p:cNvCxnSpPr>
            <p:nvPr userDrawn="1"/>
          </p:nvCxnSpPr>
          <p:spPr>
            <a:xfrm flipV="1">
              <a:off x="831576" y="3739907"/>
              <a:ext cx="500100" cy="3175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直線矢印コネクタ 42">
              <a:extLst>
                <a:ext uri="{FF2B5EF4-FFF2-40B4-BE49-F238E27FC236}">
                  <a16:creationId xmlns:a16="http://schemas.microsoft.com/office/drawing/2014/main" id="{6C5EF9DC-BF7E-6EE8-8059-6C9DBC805AF4}"/>
                </a:ext>
              </a:extLst>
            </p:cNvPr>
            <p:cNvCxnSpPr>
              <a:cxnSpLocks/>
              <a:endCxn id="40" idx="0"/>
            </p:cNvCxnSpPr>
            <p:nvPr userDrawn="1"/>
          </p:nvCxnSpPr>
          <p:spPr>
            <a:xfrm>
              <a:off x="5720218" y="5778936"/>
              <a:ext cx="4229" cy="365219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4" name="グループ化 43">
              <a:extLst>
                <a:ext uri="{FF2B5EF4-FFF2-40B4-BE49-F238E27FC236}">
                  <a16:creationId xmlns:a16="http://schemas.microsoft.com/office/drawing/2014/main" id="{513E2114-6E2A-0D2A-BA2B-F61911432F92}"/>
                </a:ext>
              </a:extLst>
            </p:cNvPr>
            <p:cNvGrpSpPr/>
            <p:nvPr userDrawn="1"/>
          </p:nvGrpSpPr>
          <p:grpSpPr>
            <a:xfrm>
              <a:off x="1644287" y="2959672"/>
              <a:ext cx="545557" cy="545557"/>
              <a:chOff x="2036902" y="1420555"/>
              <a:chExt cx="682753" cy="682753"/>
            </a:xfrm>
            <a:effectLst/>
          </p:grpSpPr>
          <p:sp>
            <p:nvSpPr>
              <p:cNvPr id="60" name="楕円 59">
                <a:extLst>
                  <a:ext uri="{FF2B5EF4-FFF2-40B4-BE49-F238E27FC236}">
                    <a16:creationId xmlns:a16="http://schemas.microsoft.com/office/drawing/2014/main" id="{CBB23CCA-0020-9542-9EA5-D119D6E38FBE}"/>
                  </a:ext>
                </a:extLst>
              </p:cNvPr>
              <p:cNvSpPr/>
              <p:nvPr userDrawn="1"/>
            </p:nvSpPr>
            <p:spPr>
              <a:xfrm>
                <a:off x="2036902" y="1420555"/>
                <a:ext cx="682753" cy="682753"/>
              </a:xfrm>
              <a:prstGeom prst="ellipse">
                <a:avLst/>
              </a:prstGeom>
              <a:solidFill>
                <a:schemeClr val="bg1"/>
              </a:solidFill>
              <a:ln w="3175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/>
              </a:p>
            </p:txBody>
          </p:sp>
          <p:sp>
            <p:nvSpPr>
              <p:cNvPr id="61" name="グラフィックス 2">
                <a:extLst>
                  <a:ext uri="{FF2B5EF4-FFF2-40B4-BE49-F238E27FC236}">
                    <a16:creationId xmlns:a16="http://schemas.microsoft.com/office/drawing/2014/main" id="{FDDAE3C1-4FDB-A03D-3AD2-819BDBFC9680}"/>
                  </a:ext>
                </a:extLst>
              </p:cNvPr>
              <p:cNvSpPr/>
              <p:nvPr userDrawn="1"/>
            </p:nvSpPr>
            <p:spPr>
              <a:xfrm>
                <a:off x="2243971" y="1446873"/>
                <a:ext cx="265109" cy="623225"/>
              </a:xfrm>
              <a:custGeom>
                <a:avLst/>
                <a:gdLst>
                  <a:gd name="connsiteX0" fmla="*/ 321939 w 1054395"/>
                  <a:gd name="connsiteY0" fmla="*/ 2456442 h 2478698"/>
                  <a:gd name="connsiteX1" fmla="*/ 252400 w 1054395"/>
                  <a:gd name="connsiteY1" fmla="*/ 1587617 h 2478698"/>
                  <a:gd name="connsiteX2" fmla="*/ 240089 w 1054395"/>
                  <a:gd name="connsiteY2" fmla="*/ 801923 h 2478698"/>
                  <a:gd name="connsiteX3" fmla="*/ 179098 w 1054395"/>
                  <a:gd name="connsiteY3" fmla="*/ 1222975 h 2478698"/>
                  <a:gd name="connsiteX4" fmla="*/ 95544 w 1054395"/>
                  <a:gd name="connsiteY4" fmla="*/ 1521713 h 2478698"/>
                  <a:gd name="connsiteX5" fmla="*/ 154632 w 1054395"/>
                  <a:gd name="connsiteY5" fmla="*/ 615727 h 2478698"/>
                  <a:gd name="connsiteX6" fmla="*/ 919062 w 1054395"/>
                  <a:gd name="connsiteY6" fmla="*/ 636486 h 2478698"/>
                  <a:gd name="connsiteX7" fmla="*/ 964337 w 1054395"/>
                  <a:gd name="connsiteY7" fmla="*/ 1521713 h 2478698"/>
                  <a:gd name="connsiteX8" fmla="*/ 875483 w 1054395"/>
                  <a:gd name="connsiteY8" fmla="*/ 1228255 h 2478698"/>
                  <a:gd name="connsiteX9" fmla="*/ 821434 w 1054395"/>
                  <a:gd name="connsiteY9" fmla="*/ 807764 h 2478698"/>
                  <a:gd name="connsiteX10" fmla="*/ 810578 w 1054395"/>
                  <a:gd name="connsiteY10" fmla="*/ 1593965 h 2478698"/>
                  <a:gd name="connsiteX11" fmla="*/ 797213 w 1054395"/>
                  <a:gd name="connsiteY11" fmla="*/ 2405128 h 2478698"/>
                  <a:gd name="connsiteX12" fmla="*/ 625512 w 1054395"/>
                  <a:gd name="connsiteY12" fmla="*/ 2455416 h 2478698"/>
                  <a:gd name="connsiteX13" fmla="*/ 550960 w 1054395"/>
                  <a:gd name="connsiteY13" fmla="*/ 1891669 h 2478698"/>
                  <a:gd name="connsiteX14" fmla="*/ 502130 w 1054395"/>
                  <a:gd name="connsiteY14" fmla="*/ 1900859 h 2478698"/>
                  <a:gd name="connsiteX15" fmla="*/ 321939 w 1054395"/>
                  <a:gd name="connsiteY15" fmla="*/ 2456442 h 2478698"/>
                  <a:gd name="connsiteX16" fmla="*/ 440511 w 1054395"/>
                  <a:gd name="connsiteY16" fmla="*/ 446051 h 2478698"/>
                  <a:gd name="connsiteX17" fmla="*/ 297479 w 1054395"/>
                  <a:gd name="connsiteY17" fmla="*/ 187926 h 2478698"/>
                  <a:gd name="connsiteX18" fmla="*/ 743836 w 1054395"/>
                  <a:gd name="connsiteY18" fmla="*/ 144430 h 2478698"/>
                  <a:gd name="connsiteX19" fmla="*/ 440511 w 1054395"/>
                  <a:gd name="connsiteY19" fmla="*/ 446051 h 24786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1054395" h="2478698">
                    <a:moveTo>
                      <a:pt x="321939" y="2456442"/>
                    </a:moveTo>
                    <a:cubicBezTo>
                      <a:pt x="250372" y="2427572"/>
                      <a:pt x="252400" y="2452898"/>
                      <a:pt x="252400" y="1587617"/>
                    </a:cubicBezTo>
                    <a:cubicBezTo>
                      <a:pt x="252400" y="1084515"/>
                      <a:pt x="247850" y="794148"/>
                      <a:pt x="240089" y="801923"/>
                    </a:cubicBezTo>
                    <a:cubicBezTo>
                      <a:pt x="205545" y="836523"/>
                      <a:pt x="185010" y="978291"/>
                      <a:pt x="179098" y="1222975"/>
                    </a:cubicBezTo>
                    <a:cubicBezTo>
                      <a:pt x="172405" y="1499957"/>
                      <a:pt x="166321" y="1521713"/>
                      <a:pt x="95544" y="1521713"/>
                    </a:cubicBezTo>
                    <a:cubicBezTo>
                      <a:pt x="-60525" y="1521713"/>
                      <a:pt x="-14491" y="815878"/>
                      <a:pt x="154632" y="615727"/>
                    </a:cubicBezTo>
                    <a:cubicBezTo>
                      <a:pt x="283670" y="463015"/>
                      <a:pt x="802056" y="477094"/>
                      <a:pt x="919062" y="636486"/>
                    </a:cubicBezTo>
                    <a:cubicBezTo>
                      <a:pt x="1071964" y="844782"/>
                      <a:pt x="1106587" y="1521713"/>
                      <a:pt x="964337" y="1521713"/>
                    </a:cubicBezTo>
                    <a:cubicBezTo>
                      <a:pt x="883148" y="1521713"/>
                      <a:pt x="875483" y="1496401"/>
                      <a:pt x="875483" y="1228255"/>
                    </a:cubicBezTo>
                    <a:cubicBezTo>
                      <a:pt x="875483" y="992006"/>
                      <a:pt x="851800" y="807764"/>
                      <a:pt x="821434" y="807764"/>
                    </a:cubicBezTo>
                    <a:cubicBezTo>
                      <a:pt x="815463" y="807764"/>
                      <a:pt x="810578" y="1161553"/>
                      <a:pt x="810578" y="1593965"/>
                    </a:cubicBezTo>
                    <a:cubicBezTo>
                      <a:pt x="810578" y="2108359"/>
                      <a:pt x="805957" y="2388798"/>
                      <a:pt x="797213" y="2405128"/>
                    </a:cubicBezTo>
                    <a:cubicBezTo>
                      <a:pt x="769135" y="2457597"/>
                      <a:pt x="684621" y="2482352"/>
                      <a:pt x="625512" y="2455416"/>
                    </a:cubicBezTo>
                    <a:cubicBezTo>
                      <a:pt x="558506" y="2424885"/>
                      <a:pt x="557918" y="2420433"/>
                      <a:pt x="550960" y="1891669"/>
                    </a:cubicBezTo>
                    <a:cubicBezTo>
                      <a:pt x="541239" y="1152834"/>
                      <a:pt x="507145" y="1159252"/>
                      <a:pt x="502130" y="1900859"/>
                    </a:cubicBezTo>
                    <a:cubicBezTo>
                      <a:pt x="498254" y="2474161"/>
                      <a:pt x="482928" y="2521411"/>
                      <a:pt x="321939" y="2456442"/>
                    </a:cubicBezTo>
                    <a:close/>
                    <a:moveTo>
                      <a:pt x="440511" y="446051"/>
                    </a:moveTo>
                    <a:cubicBezTo>
                      <a:pt x="334212" y="397761"/>
                      <a:pt x="277537" y="295482"/>
                      <a:pt x="297479" y="187926"/>
                    </a:cubicBezTo>
                    <a:cubicBezTo>
                      <a:pt x="339285" y="-37565"/>
                      <a:pt x="671831" y="-69970"/>
                      <a:pt x="743836" y="144430"/>
                    </a:cubicBezTo>
                    <a:cubicBezTo>
                      <a:pt x="812244" y="348121"/>
                      <a:pt x="628072" y="531258"/>
                      <a:pt x="440511" y="446051"/>
                    </a:cubicBezTo>
                    <a:close/>
                  </a:path>
                </a:pathLst>
              </a:custGeom>
              <a:solidFill>
                <a:schemeClr val="accent6">
                  <a:lumMod val="75000"/>
                </a:schemeClr>
              </a:solidFill>
              <a:ln w="12935" cap="flat">
                <a:noFill/>
                <a:prstDash val="solid"/>
                <a:miter/>
              </a:ln>
            </p:spPr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ja-JP" altLang="en-US"/>
              </a:p>
            </p:txBody>
          </p:sp>
        </p:grpSp>
        <p:grpSp>
          <p:nvGrpSpPr>
            <p:cNvPr id="45" name="グループ化 44">
              <a:extLst>
                <a:ext uri="{FF2B5EF4-FFF2-40B4-BE49-F238E27FC236}">
                  <a16:creationId xmlns:a16="http://schemas.microsoft.com/office/drawing/2014/main" id="{CF12B543-9BE0-EA2A-FB3C-AE2956C737BC}"/>
                </a:ext>
              </a:extLst>
            </p:cNvPr>
            <p:cNvGrpSpPr/>
            <p:nvPr userDrawn="1"/>
          </p:nvGrpSpPr>
          <p:grpSpPr>
            <a:xfrm>
              <a:off x="4193001" y="2953613"/>
              <a:ext cx="545557" cy="545557"/>
              <a:chOff x="2036902" y="1420555"/>
              <a:chExt cx="682753" cy="682753"/>
            </a:xfrm>
            <a:effectLst/>
          </p:grpSpPr>
          <p:sp>
            <p:nvSpPr>
              <p:cNvPr id="58" name="楕円 57">
                <a:extLst>
                  <a:ext uri="{FF2B5EF4-FFF2-40B4-BE49-F238E27FC236}">
                    <a16:creationId xmlns:a16="http://schemas.microsoft.com/office/drawing/2014/main" id="{BA0C4B82-A11A-C880-FCE2-BD4B1F1BE408}"/>
                  </a:ext>
                </a:extLst>
              </p:cNvPr>
              <p:cNvSpPr/>
              <p:nvPr userDrawn="1"/>
            </p:nvSpPr>
            <p:spPr>
              <a:xfrm>
                <a:off x="2036902" y="1420555"/>
                <a:ext cx="682753" cy="682753"/>
              </a:xfrm>
              <a:prstGeom prst="ellipse">
                <a:avLst/>
              </a:prstGeom>
              <a:solidFill>
                <a:schemeClr val="bg1"/>
              </a:solidFill>
              <a:ln w="3175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/>
              </a:p>
            </p:txBody>
          </p:sp>
          <p:sp>
            <p:nvSpPr>
              <p:cNvPr id="59" name="グラフィックス 2">
                <a:extLst>
                  <a:ext uri="{FF2B5EF4-FFF2-40B4-BE49-F238E27FC236}">
                    <a16:creationId xmlns:a16="http://schemas.microsoft.com/office/drawing/2014/main" id="{B5E2B317-524F-FDB2-C5BD-DB60B6FC6D11}"/>
                  </a:ext>
                </a:extLst>
              </p:cNvPr>
              <p:cNvSpPr/>
              <p:nvPr userDrawn="1"/>
            </p:nvSpPr>
            <p:spPr>
              <a:xfrm>
                <a:off x="2243971" y="1446873"/>
                <a:ext cx="265109" cy="623225"/>
              </a:xfrm>
              <a:custGeom>
                <a:avLst/>
                <a:gdLst>
                  <a:gd name="connsiteX0" fmla="*/ 321939 w 1054395"/>
                  <a:gd name="connsiteY0" fmla="*/ 2456442 h 2478698"/>
                  <a:gd name="connsiteX1" fmla="*/ 252400 w 1054395"/>
                  <a:gd name="connsiteY1" fmla="*/ 1587617 h 2478698"/>
                  <a:gd name="connsiteX2" fmla="*/ 240089 w 1054395"/>
                  <a:gd name="connsiteY2" fmla="*/ 801923 h 2478698"/>
                  <a:gd name="connsiteX3" fmla="*/ 179098 w 1054395"/>
                  <a:gd name="connsiteY3" fmla="*/ 1222975 h 2478698"/>
                  <a:gd name="connsiteX4" fmla="*/ 95544 w 1054395"/>
                  <a:gd name="connsiteY4" fmla="*/ 1521713 h 2478698"/>
                  <a:gd name="connsiteX5" fmla="*/ 154632 w 1054395"/>
                  <a:gd name="connsiteY5" fmla="*/ 615727 h 2478698"/>
                  <a:gd name="connsiteX6" fmla="*/ 919062 w 1054395"/>
                  <a:gd name="connsiteY6" fmla="*/ 636486 h 2478698"/>
                  <a:gd name="connsiteX7" fmla="*/ 964337 w 1054395"/>
                  <a:gd name="connsiteY7" fmla="*/ 1521713 h 2478698"/>
                  <a:gd name="connsiteX8" fmla="*/ 875483 w 1054395"/>
                  <a:gd name="connsiteY8" fmla="*/ 1228255 h 2478698"/>
                  <a:gd name="connsiteX9" fmla="*/ 821434 w 1054395"/>
                  <a:gd name="connsiteY9" fmla="*/ 807764 h 2478698"/>
                  <a:gd name="connsiteX10" fmla="*/ 810578 w 1054395"/>
                  <a:gd name="connsiteY10" fmla="*/ 1593965 h 2478698"/>
                  <a:gd name="connsiteX11" fmla="*/ 797213 w 1054395"/>
                  <a:gd name="connsiteY11" fmla="*/ 2405128 h 2478698"/>
                  <a:gd name="connsiteX12" fmla="*/ 625512 w 1054395"/>
                  <a:gd name="connsiteY12" fmla="*/ 2455416 h 2478698"/>
                  <a:gd name="connsiteX13" fmla="*/ 550960 w 1054395"/>
                  <a:gd name="connsiteY13" fmla="*/ 1891669 h 2478698"/>
                  <a:gd name="connsiteX14" fmla="*/ 502130 w 1054395"/>
                  <a:gd name="connsiteY14" fmla="*/ 1900859 h 2478698"/>
                  <a:gd name="connsiteX15" fmla="*/ 321939 w 1054395"/>
                  <a:gd name="connsiteY15" fmla="*/ 2456442 h 2478698"/>
                  <a:gd name="connsiteX16" fmla="*/ 440511 w 1054395"/>
                  <a:gd name="connsiteY16" fmla="*/ 446051 h 2478698"/>
                  <a:gd name="connsiteX17" fmla="*/ 297479 w 1054395"/>
                  <a:gd name="connsiteY17" fmla="*/ 187926 h 2478698"/>
                  <a:gd name="connsiteX18" fmla="*/ 743836 w 1054395"/>
                  <a:gd name="connsiteY18" fmla="*/ 144430 h 2478698"/>
                  <a:gd name="connsiteX19" fmla="*/ 440511 w 1054395"/>
                  <a:gd name="connsiteY19" fmla="*/ 446051 h 24786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1054395" h="2478698">
                    <a:moveTo>
                      <a:pt x="321939" y="2456442"/>
                    </a:moveTo>
                    <a:cubicBezTo>
                      <a:pt x="250372" y="2427572"/>
                      <a:pt x="252400" y="2452898"/>
                      <a:pt x="252400" y="1587617"/>
                    </a:cubicBezTo>
                    <a:cubicBezTo>
                      <a:pt x="252400" y="1084515"/>
                      <a:pt x="247850" y="794148"/>
                      <a:pt x="240089" y="801923"/>
                    </a:cubicBezTo>
                    <a:cubicBezTo>
                      <a:pt x="205545" y="836523"/>
                      <a:pt x="185010" y="978291"/>
                      <a:pt x="179098" y="1222975"/>
                    </a:cubicBezTo>
                    <a:cubicBezTo>
                      <a:pt x="172405" y="1499957"/>
                      <a:pt x="166321" y="1521713"/>
                      <a:pt x="95544" y="1521713"/>
                    </a:cubicBezTo>
                    <a:cubicBezTo>
                      <a:pt x="-60525" y="1521713"/>
                      <a:pt x="-14491" y="815878"/>
                      <a:pt x="154632" y="615727"/>
                    </a:cubicBezTo>
                    <a:cubicBezTo>
                      <a:pt x="283670" y="463015"/>
                      <a:pt x="802056" y="477094"/>
                      <a:pt x="919062" y="636486"/>
                    </a:cubicBezTo>
                    <a:cubicBezTo>
                      <a:pt x="1071964" y="844782"/>
                      <a:pt x="1106587" y="1521713"/>
                      <a:pt x="964337" y="1521713"/>
                    </a:cubicBezTo>
                    <a:cubicBezTo>
                      <a:pt x="883148" y="1521713"/>
                      <a:pt x="875483" y="1496401"/>
                      <a:pt x="875483" y="1228255"/>
                    </a:cubicBezTo>
                    <a:cubicBezTo>
                      <a:pt x="875483" y="992006"/>
                      <a:pt x="851800" y="807764"/>
                      <a:pt x="821434" y="807764"/>
                    </a:cubicBezTo>
                    <a:cubicBezTo>
                      <a:pt x="815463" y="807764"/>
                      <a:pt x="810578" y="1161553"/>
                      <a:pt x="810578" y="1593965"/>
                    </a:cubicBezTo>
                    <a:cubicBezTo>
                      <a:pt x="810578" y="2108359"/>
                      <a:pt x="805957" y="2388798"/>
                      <a:pt x="797213" y="2405128"/>
                    </a:cubicBezTo>
                    <a:cubicBezTo>
                      <a:pt x="769135" y="2457597"/>
                      <a:pt x="684621" y="2482352"/>
                      <a:pt x="625512" y="2455416"/>
                    </a:cubicBezTo>
                    <a:cubicBezTo>
                      <a:pt x="558506" y="2424885"/>
                      <a:pt x="557918" y="2420433"/>
                      <a:pt x="550960" y="1891669"/>
                    </a:cubicBezTo>
                    <a:cubicBezTo>
                      <a:pt x="541239" y="1152834"/>
                      <a:pt x="507145" y="1159252"/>
                      <a:pt x="502130" y="1900859"/>
                    </a:cubicBezTo>
                    <a:cubicBezTo>
                      <a:pt x="498254" y="2474161"/>
                      <a:pt x="482928" y="2521411"/>
                      <a:pt x="321939" y="2456442"/>
                    </a:cubicBezTo>
                    <a:close/>
                    <a:moveTo>
                      <a:pt x="440511" y="446051"/>
                    </a:moveTo>
                    <a:cubicBezTo>
                      <a:pt x="334212" y="397761"/>
                      <a:pt x="277537" y="295482"/>
                      <a:pt x="297479" y="187926"/>
                    </a:cubicBezTo>
                    <a:cubicBezTo>
                      <a:pt x="339285" y="-37565"/>
                      <a:pt x="671831" y="-69970"/>
                      <a:pt x="743836" y="144430"/>
                    </a:cubicBezTo>
                    <a:cubicBezTo>
                      <a:pt x="812244" y="348121"/>
                      <a:pt x="628072" y="531258"/>
                      <a:pt x="440511" y="446051"/>
                    </a:cubicBezTo>
                    <a:close/>
                  </a:path>
                </a:pathLst>
              </a:custGeom>
              <a:solidFill>
                <a:schemeClr val="accent6">
                  <a:lumMod val="75000"/>
                </a:schemeClr>
              </a:solidFill>
              <a:ln w="12935" cap="flat">
                <a:noFill/>
                <a:prstDash val="solid"/>
                <a:miter/>
              </a:ln>
            </p:spPr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ja-JP" altLang="en-US"/>
              </a:p>
            </p:txBody>
          </p:sp>
        </p:grpSp>
        <p:grpSp>
          <p:nvGrpSpPr>
            <p:cNvPr id="46" name="グループ化 45">
              <a:extLst>
                <a:ext uri="{FF2B5EF4-FFF2-40B4-BE49-F238E27FC236}">
                  <a16:creationId xmlns:a16="http://schemas.microsoft.com/office/drawing/2014/main" id="{C809CBA6-1B48-47F4-163B-3304EB2400DA}"/>
                </a:ext>
              </a:extLst>
            </p:cNvPr>
            <p:cNvGrpSpPr/>
            <p:nvPr userDrawn="1"/>
          </p:nvGrpSpPr>
          <p:grpSpPr>
            <a:xfrm>
              <a:off x="6721795" y="805781"/>
              <a:ext cx="545557" cy="545557"/>
              <a:chOff x="2036902" y="1420555"/>
              <a:chExt cx="682753" cy="682753"/>
            </a:xfrm>
            <a:effectLst/>
          </p:grpSpPr>
          <p:sp>
            <p:nvSpPr>
              <p:cNvPr id="56" name="楕円 55">
                <a:extLst>
                  <a:ext uri="{FF2B5EF4-FFF2-40B4-BE49-F238E27FC236}">
                    <a16:creationId xmlns:a16="http://schemas.microsoft.com/office/drawing/2014/main" id="{8D18A717-52A3-8158-665B-6F7B0A43C031}"/>
                  </a:ext>
                </a:extLst>
              </p:cNvPr>
              <p:cNvSpPr/>
              <p:nvPr userDrawn="1"/>
            </p:nvSpPr>
            <p:spPr>
              <a:xfrm>
                <a:off x="2036902" y="1420555"/>
                <a:ext cx="682753" cy="682753"/>
              </a:xfrm>
              <a:prstGeom prst="ellipse">
                <a:avLst/>
              </a:prstGeom>
              <a:solidFill>
                <a:schemeClr val="bg1"/>
              </a:solidFill>
              <a:ln w="3175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/>
              </a:p>
            </p:txBody>
          </p:sp>
          <p:sp>
            <p:nvSpPr>
              <p:cNvPr id="57" name="グラフィックス 2">
                <a:extLst>
                  <a:ext uri="{FF2B5EF4-FFF2-40B4-BE49-F238E27FC236}">
                    <a16:creationId xmlns:a16="http://schemas.microsoft.com/office/drawing/2014/main" id="{AD932C21-846E-896C-8154-36AF9D2AF29E}"/>
                  </a:ext>
                </a:extLst>
              </p:cNvPr>
              <p:cNvSpPr/>
              <p:nvPr userDrawn="1"/>
            </p:nvSpPr>
            <p:spPr>
              <a:xfrm>
                <a:off x="2243971" y="1446873"/>
                <a:ext cx="265109" cy="623225"/>
              </a:xfrm>
              <a:custGeom>
                <a:avLst/>
                <a:gdLst>
                  <a:gd name="connsiteX0" fmla="*/ 321939 w 1054395"/>
                  <a:gd name="connsiteY0" fmla="*/ 2456442 h 2478698"/>
                  <a:gd name="connsiteX1" fmla="*/ 252400 w 1054395"/>
                  <a:gd name="connsiteY1" fmla="*/ 1587617 h 2478698"/>
                  <a:gd name="connsiteX2" fmla="*/ 240089 w 1054395"/>
                  <a:gd name="connsiteY2" fmla="*/ 801923 h 2478698"/>
                  <a:gd name="connsiteX3" fmla="*/ 179098 w 1054395"/>
                  <a:gd name="connsiteY3" fmla="*/ 1222975 h 2478698"/>
                  <a:gd name="connsiteX4" fmla="*/ 95544 w 1054395"/>
                  <a:gd name="connsiteY4" fmla="*/ 1521713 h 2478698"/>
                  <a:gd name="connsiteX5" fmla="*/ 154632 w 1054395"/>
                  <a:gd name="connsiteY5" fmla="*/ 615727 h 2478698"/>
                  <a:gd name="connsiteX6" fmla="*/ 919062 w 1054395"/>
                  <a:gd name="connsiteY6" fmla="*/ 636486 h 2478698"/>
                  <a:gd name="connsiteX7" fmla="*/ 964337 w 1054395"/>
                  <a:gd name="connsiteY7" fmla="*/ 1521713 h 2478698"/>
                  <a:gd name="connsiteX8" fmla="*/ 875483 w 1054395"/>
                  <a:gd name="connsiteY8" fmla="*/ 1228255 h 2478698"/>
                  <a:gd name="connsiteX9" fmla="*/ 821434 w 1054395"/>
                  <a:gd name="connsiteY9" fmla="*/ 807764 h 2478698"/>
                  <a:gd name="connsiteX10" fmla="*/ 810578 w 1054395"/>
                  <a:gd name="connsiteY10" fmla="*/ 1593965 h 2478698"/>
                  <a:gd name="connsiteX11" fmla="*/ 797213 w 1054395"/>
                  <a:gd name="connsiteY11" fmla="*/ 2405128 h 2478698"/>
                  <a:gd name="connsiteX12" fmla="*/ 625512 w 1054395"/>
                  <a:gd name="connsiteY12" fmla="*/ 2455416 h 2478698"/>
                  <a:gd name="connsiteX13" fmla="*/ 550960 w 1054395"/>
                  <a:gd name="connsiteY13" fmla="*/ 1891669 h 2478698"/>
                  <a:gd name="connsiteX14" fmla="*/ 502130 w 1054395"/>
                  <a:gd name="connsiteY14" fmla="*/ 1900859 h 2478698"/>
                  <a:gd name="connsiteX15" fmla="*/ 321939 w 1054395"/>
                  <a:gd name="connsiteY15" fmla="*/ 2456442 h 2478698"/>
                  <a:gd name="connsiteX16" fmla="*/ 440511 w 1054395"/>
                  <a:gd name="connsiteY16" fmla="*/ 446051 h 2478698"/>
                  <a:gd name="connsiteX17" fmla="*/ 297479 w 1054395"/>
                  <a:gd name="connsiteY17" fmla="*/ 187926 h 2478698"/>
                  <a:gd name="connsiteX18" fmla="*/ 743836 w 1054395"/>
                  <a:gd name="connsiteY18" fmla="*/ 144430 h 2478698"/>
                  <a:gd name="connsiteX19" fmla="*/ 440511 w 1054395"/>
                  <a:gd name="connsiteY19" fmla="*/ 446051 h 24786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1054395" h="2478698">
                    <a:moveTo>
                      <a:pt x="321939" y="2456442"/>
                    </a:moveTo>
                    <a:cubicBezTo>
                      <a:pt x="250372" y="2427572"/>
                      <a:pt x="252400" y="2452898"/>
                      <a:pt x="252400" y="1587617"/>
                    </a:cubicBezTo>
                    <a:cubicBezTo>
                      <a:pt x="252400" y="1084515"/>
                      <a:pt x="247850" y="794148"/>
                      <a:pt x="240089" y="801923"/>
                    </a:cubicBezTo>
                    <a:cubicBezTo>
                      <a:pt x="205545" y="836523"/>
                      <a:pt x="185010" y="978291"/>
                      <a:pt x="179098" y="1222975"/>
                    </a:cubicBezTo>
                    <a:cubicBezTo>
                      <a:pt x="172405" y="1499957"/>
                      <a:pt x="166321" y="1521713"/>
                      <a:pt x="95544" y="1521713"/>
                    </a:cubicBezTo>
                    <a:cubicBezTo>
                      <a:pt x="-60525" y="1521713"/>
                      <a:pt x="-14491" y="815878"/>
                      <a:pt x="154632" y="615727"/>
                    </a:cubicBezTo>
                    <a:cubicBezTo>
                      <a:pt x="283670" y="463015"/>
                      <a:pt x="802056" y="477094"/>
                      <a:pt x="919062" y="636486"/>
                    </a:cubicBezTo>
                    <a:cubicBezTo>
                      <a:pt x="1071964" y="844782"/>
                      <a:pt x="1106587" y="1521713"/>
                      <a:pt x="964337" y="1521713"/>
                    </a:cubicBezTo>
                    <a:cubicBezTo>
                      <a:pt x="883148" y="1521713"/>
                      <a:pt x="875483" y="1496401"/>
                      <a:pt x="875483" y="1228255"/>
                    </a:cubicBezTo>
                    <a:cubicBezTo>
                      <a:pt x="875483" y="992006"/>
                      <a:pt x="851800" y="807764"/>
                      <a:pt x="821434" y="807764"/>
                    </a:cubicBezTo>
                    <a:cubicBezTo>
                      <a:pt x="815463" y="807764"/>
                      <a:pt x="810578" y="1161553"/>
                      <a:pt x="810578" y="1593965"/>
                    </a:cubicBezTo>
                    <a:cubicBezTo>
                      <a:pt x="810578" y="2108359"/>
                      <a:pt x="805957" y="2388798"/>
                      <a:pt x="797213" y="2405128"/>
                    </a:cubicBezTo>
                    <a:cubicBezTo>
                      <a:pt x="769135" y="2457597"/>
                      <a:pt x="684621" y="2482352"/>
                      <a:pt x="625512" y="2455416"/>
                    </a:cubicBezTo>
                    <a:cubicBezTo>
                      <a:pt x="558506" y="2424885"/>
                      <a:pt x="557918" y="2420433"/>
                      <a:pt x="550960" y="1891669"/>
                    </a:cubicBezTo>
                    <a:cubicBezTo>
                      <a:pt x="541239" y="1152834"/>
                      <a:pt x="507145" y="1159252"/>
                      <a:pt x="502130" y="1900859"/>
                    </a:cubicBezTo>
                    <a:cubicBezTo>
                      <a:pt x="498254" y="2474161"/>
                      <a:pt x="482928" y="2521411"/>
                      <a:pt x="321939" y="2456442"/>
                    </a:cubicBezTo>
                    <a:close/>
                    <a:moveTo>
                      <a:pt x="440511" y="446051"/>
                    </a:moveTo>
                    <a:cubicBezTo>
                      <a:pt x="334212" y="397761"/>
                      <a:pt x="277537" y="295482"/>
                      <a:pt x="297479" y="187926"/>
                    </a:cubicBezTo>
                    <a:cubicBezTo>
                      <a:pt x="339285" y="-37565"/>
                      <a:pt x="671831" y="-69970"/>
                      <a:pt x="743836" y="144430"/>
                    </a:cubicBezTo>
                    <a:cubicBezTo>
                      <a:pt x="812244" y="348121"/>
                      <a:pt x="628072" y="531258"/>
                      <a:pt x="440511" y="446051"/>
                    </a:cubicBezTo>
                    <a:close/>
                  </a:path>
                </a:pathLst>
              </a:custGeom>
              <a:solidFill>
                <a:schemeClr val="accent6">
                  <a:lumMod val="75000"/>
                </a:schemeClr>
              </a:solidFill>
              <a:ln w="12935" cap="flat">
                <a:noFill/>
                <a:prstDash val="solid"/>
                <a:miter/>
              </a:ln>
            </p:spPr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ja-JP" altLang="en-US"/>
              </a:p>
            </p:txBody>
          </p:sp>
        </p:grpSp>
        <p:pic>
          <p:nvPicPr>
            <p:cNvPr id="47" name="図 46">
              <a:extLst>
                <a:ext uri="{FF2B5EF4-FFF2-40B4-BE49-F238E27FC236}">
                  <a16:creationId xmlns:a16="http://schemas.microsoft.com/office/drawing/2014/main" id="{391F452F-9018-B941-0CFE-5B7D35AA8D63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239196" y="5233379"/>
              <a:ext cx="545555" cy="54555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3175">
              <a:solidFill>
                <a:srgbClr val="1374FC"/>
              </a:solidFill>
            </a:ln>
            <a:effectLst/>
          </p:spPr>
        </p:pic>
        <p:cxnSp>
          <p:nvCxnSpPr>
            <p:cNvPr id="48" name="コネクタ: カギ線 47">
              <a:extLst>
                <a:ext uri="{FF2B5EF4-FFF2-40B4-BE49-F238E27FC236}">
                  <a16:creationId xmlns:a16="http://schemas.microsoft.com/office/drawing/2014/main" id="{C300DCBB-940E-002C-FD37-B9B0134D1626}"/>
                </a:ext>
              </a:extLst>
            </p:cNvPr>
            <p:cNvCxnSpPr>
              <a:cxnSpLocks/>
              <a:stCxn id="21" idx="3"/>
              <a:endCxn id="47" idx="0"/>
            </p:cNvCxnSpPr>
            <p:nvPr userDrawn="1"/>
          </p:nvCxnSpPr>
          <p:spPr>
            <a:xfrm>
              <a:off x="11281456" y="4201524"/>
              <a:ext cx="230518" cy="1031855"/>
            </a:xfrm>
            <a:prstGeom prst="bentConnector2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直線矢印コネクタ 48">
              <a:extLst>
                <a:ext uri="{FF2B5EF4-FFF2-40B4-BE49-F238E27FC236}">
                  <a16:creationId xmlns:a16="http://schemas.microsoft.com/office/drawing/2014/main" id="{2E31B23A-63D3-8AFB-BCF4-379BF60D6F78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1511973" y="5778934"/>
              <a:ext cx="4229" cy="365219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50" name="図 49">
              <a:extLst>
                <a:ext uri="{FF2B5EF4-FFF2-40B4-BE49-F238E27FC236}">
                  <a16:creationId xmlns:a16="http://schemas.microsoft.com/office/drawing/2014/main" id="{9B437D7A-6B13-0044-8B1B-E9ECA4390D91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41144" y="5233379"/>
              <a:ext cx="545557" cy="545557"/>
            </a:xfrm>
            <a:prstGeom prst="ellipse">
              <a:avLst/>
            </a:prstGeom>
            <a:ln w="3175">
              <a:solidFill>
                <a:srgbClr val="F8191A"/>
              </a:solidFill>
            </a:ln>
            <a:effectLst/>
          </p:spPr>
        </p:pic>
        <p:grpSp>
          <p:nvGrpSpPr>
            <p:cNvPr id="51" name="グループ化 50">
              <a:extLst>
                <a:ext uri="{FF2B5EF4-FFF2-40B4-BE49-F238E27FC236}">
                  <a16:creationId xmlns:a16="http://schemas.microsoft.com/office/drawing/2014/main" id="{C7C8BE6D-58B2-260C-5124-C037AE6975DB}"/>
                </a:ext>
              </a:extLst>
            </p:cNvPr>
            <p:cNvGrpSpPr/>
            <p:nvPr userDrawn="1"/>
          </p:nvGrpSpPr>
          <p:grpSpPr>
            <a:xfrm>
              <a:off x="788182" y="2377013"/>
              <a:ext cx="788106" cy="560713"/>
              <a:chOff x="781940" y="2377013"/>
              <a:chExt cx="788106" cy="560713"/>
            </a:xfrm>
          </p:grpSpPr>
          <p:sp>
            <p:nvSpPr>
              <p:cNvPr id="53" name="フローチャート: 書類 52">
                <a:extLst>
                  <a:ext uri="{FF2B5EF4-FFF2-40B4-BE49-F238E27FC236}">
                    <a16:creationId xmlns:a16="http://schemas.microsoft.com/office/drawing/2014/main" id="{AFF307B2-3368-FF7B-B984-1323576BFC75}"/>
                  </a:ext>
                </a:extLst>
              </p:cNvPr>
              <p:cNvSpPr/>
              <p:nvPr userDrawn="1"/>
            </p:nvSpPr>
            <p:spPr>
              <a:xfrm>
                <a:off x="864133" y="2377013"/>
                <a:ext cx="705913" cy="482056"/>
              </a:xfrm>
              <a:prstGeom prst="flowChartDocument">
                <a:avLst/>
              </a:prstGeom>
              <a:solidFill>
                <a:schemeClr val="bg1"/>
              </a:solidFill>
              <a:ln w="3175">
                <a:solidFill>
                  <a:schemeClr val="tx1">
                    <a:lumMod val="65000"/>
                    <a:lumOff val="35000"/>
                  </a:schemeClr>
                </a:solidFill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ja-JP" altLang="en-US" sz="80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</p:txBody>
          </p:sp>
          <p:sp>
            <p:nvSpPr>
              <p:cNvPr id="54" name="フローチャート: 書類 53">
                <a:extLst>
                  <a:ext uri="{FF2B5EF4-FFF2-40B4-BE49-F238E27FC236}">
                    <a16:creationId xmlns:a16="http://schemas.microsoft.com/office/drawing/2014/main" id="{475854A1-4708-A412-790C-FC7AFC4B75ED}"/>
                  </a:ext>
                </a:extLst>
              </p:cNvPr>
              <p:cNvSpPr/>
              <p:nvPr userDrawn="1"/>
            </p:nvSpPr>
            <p:spPr>
              <a:xfrm>
                <a:off x="823036" y="2418109"/>
                <a:ext cx="705913" cy="482056"/>
              </a:xfrm>
              <a:prstGeom prst="flowChartDocument">
                <a:avLst/>
              </a:prstGeom>
              <a:solidFill>
                <a:schemeClr val="bg1"/>
              </a:solidFill>
              <a:ln w="3175">
                <a:solidFill>
                  <a:schemeClr val="tx1">
                    <a:lumMod val="65000"/>
                    <a:lumOff val="35000"/>
                  </a:schemeClr>
                </a:solidFill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ja-JP" altLang="en-US" sz="80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</p:txBody>
          </p:sp>
          <p:sp>
            <p:nvSpPr>
              <p:cNvPr id="55" name="フローチャート: 書類 54">
                <a:extLst>
                  <a:ext uri="{FF2B5EF4-FFF2-40B4-BE49-F238E27FC236}">
                    <a16:creationId xmlns:a16="http://schemas.microsoft.com/office/drawing/2014/main" id="{36CEC9FE-E967-F3AF-0F0B-8F3CFFDF6B7D}"/>
                  </a:ext>
                </a:extLst>
              </p:cNvPr>
              <p:cNvSpPr/>
              <p:nvPr userDrawn="1"/>
            </p:nvSpPr>
            <p:spPr>
              <a:xfrm>
                <a:off x="781940" y="2455670"/>
                <a:ext cx="705913" cy="482056"/>
              </a:xfrm>
              <a:prstGeom prst="flowChartDocument">
                <a:avLst/>
              </a:prstGeom>
              <a:solidFill>
                <a:schemeClr val="bg1"/>
              </a:solidFill>
              <a:ln w="3175">
                <a:solidFill>
                  <a:schemeClr val="tx1">
                    <a:lumMod val="65000"/>
                    <a:lumOff val="35000"/>
                  </a:schemeClr>
                </a:solidFill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ja-JP" sz="80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source content</a:t>
                </a:r>
                <a:endParaRPr lang="ja-JP" altLang="en-US" sz="80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</p:txBody>
          </p:sp>
        </p:grpSp>
        <p:cxnSp>
          <p:nvCxnSpPr>
            <p:cNvPr id="52" name="直線矢印コネクタ 51">
              <a:extLst>
                <a:ext uri="{FF2B5EF4-FFF2-40B4-BE49-F238E27FC236}">
                  <a16:creationId xmlns:a16="http://schemas.microsoft.com/office/drawing/2014/main" id="{2D248A90-46EF-8660-A759-CA23A2BC275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491918" y="2838591"/>
              <a:ext cx="221316" cy="221316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C949B656-5007-DC64-CFA0-551BF434C24E}"/>
              </a:ext>
            </a:extLst>
          </p:cNvPr>
          <p:cNvSpPr/>
          <p:nvPr userDrawn="1"/>
        </p:nvSpPr>
        <p:spPr>
          <a:xfrm>
            <a:off x="272668" y="354486"/>
            <a:ext cx="1183261" cy="482056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 w="19050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ja-JP" sz="1600"/>
              <a:t>step1</a:t>
            </a:r>
            <a:endParaRPr lang="ja-JP" altLang="en-US" sz="1600"/>
          </a:p>
        </p:txBody>
      </p:sp>
      <p:grpSp>
        <p:nvGrpSpPr>
          <p:cNvPr id="5" name="グループ化 4">
            <a:extLst>
              <a:ext uri="{FF2B5EF4-FFF2-40B4-BE49-F238E27FC236}">
                <a16:creationId xmlns:a16="http://schemas.microsoft.com/office/drawing/2014/main" id="{149CDE39-9B81-6350-E585-A33148D01DCE}"/>
              </a:ext>
            </a:extLst>
          </p:cNvPr>
          <p:cNvGrpSpPr/>
          <p:nvPr userDrawn="1"/>
        </p:nvGrpSpPr>
        <p:grpSpPr>
          <a:xfrm>
            <a:off x="6263843" y="5260675"/>
            <a:ext cx="766220" cy="343084"/>
            <a:chOff x="2328672" y="1310640"/>
            <a:chExt cx="3267456" cy="1463040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grpSp>
          <p:nvGrpSpPr>
            <p:cNvPr id="6" name="グループ化 5">
              <a:extLst>
                <a:ext uri="{FF2B5EF4-FFF2-40B4-BE49-F238E27FC236}">
                  <a16:creationId xmlns:a16="http://schemas.microsoft.com/office/drawing/2014/main" id="{C1DD8F39-9E90-3176-EFF1-195778ED66B6}"/>
                </a:ext>
              </a:extLst>
            </p:cNvPr>
            <p:cNvGrpSpPr/>
            <p:nvPr userDrawn="1"/>
          </p:nvGrpSpPr>
          <p:grpSpPr>
            <a:xfrm>
              <a:off x="2328672" y="1310640"/>
              <a:ext cx="3267456" cy="1463040"/>
              <a:chOff x="2663952" y="1414272"/>
              <a:chExt cx="5108448" cy="3023616"/>
            </a:xfrm>
          </p:grpSpPr>
          <p:sp>
            <p:nvSpPr>
              <p:cNvPr id="8" name="思考の吹き出し: 雲形 7">
                <a:extLst>
                  <a:ext uri="{FF2B5EF4-FFF2-40B4-BE49-F238E27FC236}">
                    <a16:creationId xmlns:a16="http://schemas.microsoft.com/office/drawing/2014/main" id="{94399C9D-B5E0-B215-00FC-740041116C27}"/>
                  </a:ext>
                </a:extLst>
              </p:cNvPr>
              <p:cNvSpPr/>
              <p:nvPr userDrawn="1"/>
            </p:nvSpPr>
            <p:spPr>
              <a:xfrm rot="397592">
                <a:off x="2663952" y="1414272"/>
                <a:ext cx="5108448" cy="3023616"/>
              </a:xfrm>
              <a:prstGeom prst="cloudCallout">
                <a:avLst>
                  <a:gd name="adj1" fmla="val -57172"/>
                  <a:gd name="adj2" fmla="val 67057"/>
                </a:avLst>
              </a:prstGeom>
              <a:solidFill>
                <a:schemeClr val="bg1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 sz="800"/>
              </a:p>
            </p:txBody>
          </p:sp>
          <p:sp>
            <p:nvSpPr>
              <p:cNvPr id="9" name="正方形/長方形 8">
                <a:extLst>
                  <a:ext uri="{FF2B5EF4-FFF2-40B4-BE49-F238E27FC236}">
                    <a16:creationId xmlns:a16="http://schemas.microsoft.com/office/drawing/2014/main" id="{BDABB4A4-F16C-ED07-850F-8ADDCDA2B802}"/>
                  </a:ext>
                </a:extLst>
              </p:cNvPr>
              <p:cNvSpPr/>
              <p:nvPr userDrawn="1"/>
            </p:nvSpPr>
            <p:spPr>
              <a:xfrm rot="3751454">
                <a:off x="6522721" y="3273552"/>
                <a:ext cx="676656" cy="21945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 sz="800"/>
              </a:p>
            </p:txBody>
          </p:sp>
          <p:sp>
            <p:nvSpPr>
              <p:cNvPr id="10" name="正方形/長方形 9">
                <a:extLst>
                  <a:ext uri="{FF2B5EF4-FFF2-40B4-BE49-F238E27FC236}">
                    <a16:creationId xmlns:a16="http://schemas.microsoft.com/office/drawing/2014/main" id="{7C155358-64C2-060E-6CCF-1EF04F873C7C}"/>
                  </a:ext>
                </a:extLst>
              </p:cNvPr>
              <p:cNvSpPr/>
              <p:nvPr userDrawn="1"/>
            </p:nvSpPr>
            <p:spPr>
              <a:xfrm>
                <a:off x="2962656" y="2871216"/>
                <a:ext cx="304800" cy="21945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 sz="800"/>
              </a:p>
            </p:txBody>
          </p:sp>
          <p:sp>
            <p:nvSpPr>
              <p:cNvPr id="11" name="正方形/長方形 10">
                <a:extLst>
                  <a:ext uri="{FF2B5EF4-FFF2-40B4-BE49-F238E27FC236}">
                    <a16:creationId xmlns:a16="http://schemas.microsoft.com/office/drawing/2014/main" id="{EA07246A-98B0-54A5-43B1-639A9EEEEDCE}"/>
                  </a:ext>
                </a:extLst>
              </p:cNvPr>
              <p:cNvSpPr/>
              <p:nvPr userDrawn="1"/>
            </p:nvSpPr>
            <p:spPr>
              <a:xfrm rot="20257410">
                <a:off x="7309105" y="2816352"/>
                <a:ext cx="304800" cy="21945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 sz="800"/>
              </a:p>
            </p:txBody>
          </p:sp>
        </p:grpSp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0AD44C62-AA70-356B-4989-D0F5E23DD13C}"/>
                </a:ext>
              </a:extLst>
            </p:cNvPr>
            <p:cNvSpPr/>
            <p:nvPr userDrawn="1"/>
          </p:nvSpPr>
          <p:spPr>
            <a:xfrm>
              <a:off x="2770073" y="1631130"/>
              <a:ext cx="2484680" cy="76896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>
                  <a:solidFill>
                    <a:schemeClr val="tx1"/>
                  </a:solidFill>
                </a:rPr>
                <a:t>Ver.1</a:t>
              </a:r>
              <a:endParaRPr kumimoji="1" lang="ja-JP" altLang="en-US" sz="80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489625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E55F9674-B84E-8582-57EE-645801FB37C8}"/>
              </a:ext>
            </a:extLst>
          </p:cNvPr>
          <p:cNvGrpSpPr/>
          <p:nvPr userDrawn="1"/>
        </p:nvGrpSpPr>
        <p:grpSpPr>
          <a:xfrm>
            <a:off x="501285" y="2097886"/>
            <a:ext cx="11366723" cy="3790331"/>
            <a:chOff x="124362" y="265746"/>
            <a:chExt cx="11366723" cy="3790331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19" name="正方形/長方形 18">
              <a:extLst>
                <a:ext uri="{FF2B5EF4-FFF2-40B4-BE49-F238E27FC236}">
                  <a16:creationId xmlns:a16="http://schemas.microsoft.com/office/drawing/2014/main" id="{326F58B0-1BA3-E12B-6B97-FA72599D8CF2}"/>
                </a:ext>
              </a:extLst>
            </p:cNvPr>
            <p:cNvSpPr/>
            <p:nvPr userDrawn="1"/>
          </p:nvSpPr>
          <p:spPr>
            <a:xfrm>
              <a:off x="2134085" y="2558531"/>
              <a:ext cx="1130945" cy="545556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 Robot-G generates the processed text.</a:t>
              </a:r>
              <a:endParaRPr lang="ja-JP" altLang="en-US" sz="800"/>
            </a:p>
          </p:txBody>
        </p:sp>
        <p:cxnSp>
          <p:nvCxnSpPr>
            <p:cNvPr id="20" name="直線矢印コネクタ 19">
              <a:extLst>
                <a:ext uri="{FF2B5EF4-FFF2-40B4-BE49-F238E27FC236}">
                  <a16:creationId xmlns:a16="http://schemas.microsoft.com/office/drawing/2014/main" id="{9476D1DE-7DF0-D101-4E49-9C23D1209A7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718776" y="2831308"/>
              <a:ext cx="355600" cy="0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四角形: 角を丸くする 20">
              <a:extLst>
                <a:ext uri="{FF2B5EF4-FFF2-40B4-BE49-F238E27FC236}">
                  <a16:creationId xmlns:a16="http://schemas.microsoft.com/office/drawing/2014/main" id="{27ACC951-D95A-1312-BCCF-1925B0D4C636}"/>
                </a:ext>
              </a:extLst>
            </p:cNvPr>
            <p:cNvSpPr/>
            <p:nvPr userDrawn="1"/>
          </p:nvSpPr>
          <p:spPr>
            <a:xfrm>
              <a:off x="124362" y="2700215"/>
              <a:ext cx="594414" cy="242162"/>
            </a:xfrm>
            <a:prstGeom prst="roundRect">
              <a:avLst>
                <a:gd name="adj" fmla="val 50000"/>
              </a:avLst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step2</a:t>
              </a:r>
              <a:endParaRPr lang="ja-JP" altLang="en-US" sz="800"/>
            </a:p>
          </p:txBody>
        </p:sp>
        <p:cxnSp>
          <p:nvCxnSpPr>
            <p:cNvPr id="22" name="直線矢印コネクタ 21">
              <a:extLst>
                <a:ext uri="{FF2B5EF4-FFF2-40B4-BE49-F238E27FC236}">
                  <a16:creationId xmlns:a16="http://schemas.microsoft.com/office/drawing/2014/main" id="{68A7A14C-C7A8-FDEF-0312-8459F09DADAB}"/>
                </a:ext>
              </a:extLst>
            </p:cNvPr>
            <p:cNvCxnSpPr>
              <a:cxnSpLocks/>
              <a:stCxn id="39" idx="4"/>
            </p:cNvCxnSpPr>
            <p:nvPr userDrawn="1"/>
          </p:nvCxnSpPr>
          <p:spPr>
            <a:xfrm flipH="1">
              <a:off x="2696052" y="1314109"/>
              <a:ext cx="3505" cy="1241134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23" name="図 22">
              <a:extLst>
                <a:ext uri="{FF2B5EF4-FFF2-40B4-BE49-F238E27FC236}">
                  <a16:creationId xmlns:a16="http://schemas.microsoft.com/office/drawing/2014/main" id="{A7AD340B-A839-BBCB-F32B-26AD458E94AC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72664" y="2558530"/>
              <a:ext cx="545557" cy="545557"/>
            </a:xfrm>
            <a:prstGeom prst="ellipse">
              <a:avLst/>
            </a:prstGeom>
            <a:ln w="3175">
              <a:solidFill>
                <a:srgbClr val="F8191A"/>
              </a:solidFill>
            </a:ln>
            <a:effectLst/>
          </p:spPr>
        </p:pic>
        <p:sp>
          <p:nvSpPr>
            <p:cNvPr id="24" name="フローチャート: 書類 23">
              <a:extLst>
                <a:ext uri="{FF2B5EF4-FFF2-40B4-BE49-F238E27FC236}">
                  <a16:creationId xmlns:a16="http://schemas.microsoft.com/office/drawing/2014/main" id="{75A462AB-5783-11A5-E847-15C61E118D10}"/>
                </a:ext>
              </a:extLst>
            </p:cNvPr>
            <p:cNvSpPr/>
            <p:nvPr userDrawn="1"/>
          </p:nvSpPr>
          <p:spPr>
            <a:xfrm>
              <a:off x="3617987" y="2590281"/>
              <a:ext cx="705913" cy="482056"/>
            </a:xfrm>
            <a:prstGeom prst="flowChartDocument">
              <a:avLst/>
            </a:prstGeom>
            <a:solidFill>
              <a:schemeClr val="bg1"/>
            </a:solidFill>
            <a:ln w="3175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processed text</a:t>
              </a:r>
              <a:endParaRPr lang="ja-JP" altLang="en-US" sz="80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25" name="正方形/長方形 24">
              <a:extLst>
                <a:ext uri="{FF2B5EF4-FFF2-40B4-BE49-F238E27FC236}">
                  <a16:creationId xmlns:a16="http://schemas.microsoft.com/office/drawing/2014/main" id="{0FC79F3A-5A98-4A13-5C60-C42D0DC1AD75}"/>
                </a:ext>
              </a:extLst>
            </p:cNvPr>
            <p:cNvSpPr/>
            <p:nvPr userDrawn="1"/>
          </p:nvSpPr>
          <p:spPr>
            <a:xfrm>
              <a:off x="4676857" y="2558531"/>
              <a:ext cx="1130945" cy="545556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Robot-J evaluates the processed text.</a:t>
              </a:r>
              <a:endParaRPr lang="ja-JP" altLang="en-US" sz="800"/>
            </a:p>
          </p:txBody>
        </p:sp>
        <p:sp>
          <p:nvSpPr>
            <p:cNvPr id="26" name="四角形: 角を丸くする 25">
              <a:extLst>
                <a:ext uri="{FF2B5EF4-FFF2-40B4-BE49-F238E27FC236}">
                  <a16:creationId xmlns:a16="http://schemas.microsoft.com/office/drawing/2014/main" id="{833E2A01-9E3B-26B8-A195-7458B00184D2}"/>
                </a:ext>
              </a:extLst>
            </p:cNvPr>
            <p:cNvSpPr/>
            <p:nvPr userDrawn="1"/>
          </p:nvSpPr>
          <p:spPr>
            <a:xfrm>
              <a:off x="6384253" y="3109951"/>
              <a:ext cx="756603" cy="364977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acceptable</a:t>
              </a:r>
              <a:endParaRPr lang="ja-JP" altLang="en-US" sz="800"/>
            </a:p>
          </p:txBody>
        </p:sp>
        <p:sp>
          <p:nvSpPr>
            <p:cNvPr id="27" name="四角形: 角を丸くする 26">
              <a:extLst>
                <a:ext uri="{FF2B5EF4-FFF2-40B4-BE49-F238E27FC236}">
                  <a16:creationId xmlns:a16="http://schemas.microsoft.com/office/drawing/2014/main" id="{35B79529-13E5-3DE4-AC07-2BFF1CD6BC7E}"/>
                </a:ext>
              </a:extLst>
            </p:cNvPr>
            <p:cNvSpPr/>
            <p:nvPr userDrawn="1"/>
          </p:nvSpPr>
          <p:spPr>
            <a:xfrm>
              <a:off x="6384252" y="2190266"/>
              <a:ext cx="756603" cy="364977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not</a:t>
              </a:r>
            </a:p>
            <a:p>
              <a:pPr algn="ctr"/>
              <a:r>
                <a:rPr lang="en-US" altLang="ja-JP" sz="800"/>
                <a:t>acceptable</a:t>
              </a:r>
              <a:endParaRPr lang="ja-JP" altLang="en-US" sz="800"/>
            </a:p>
          </p:txBody>
        </p:sp>
        <p:cxnSp>
          <p:nvCxnSpPr>
            <p:cNvPr id="28" name="コネクタ: カギ線 27">
              <a:extLst>
                <a:ext uri="{FF2B5EF4-FFF2-40B4-BE49-F238E27FC236}">
                  <a16:creationId xmlns:a16="http://schemas.microsoft.com/office/drawing/2014/main" id="{EA82CC2D-3F6A-9683-291C-2C099586B710}"/>
                </a:ext>
              </a:extLst>
            </p:cNvPr>
            <p:cNvCxnSpPr>
              <a:cxnSpLocks/>
            </p:cNvCxnSpPr>
            <p:nvPr userDrawn="1"/>
          </p:nvCxnSpPr>
          <p:spPr>
            <a:xfrm rot="10800000" flipH="1" flipV="1">
              <a:off x="6384251" y="2372754"/>
              <a:ext cx="1" cy="919685"/>
            </a:xfrm>
            <a:prstGeom prst="bentConnector3">
              <a:avLst>
                <a:gd name="adj1" fmla="val -22860000000"/>
              </a:avLst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headEnd type="triangle"/>
              <a:tailEnd type="triangle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直線コネクタ 28">
              <a:extLst>
                <a:ext uri="{FF2B5EF4-FFF2-40B4-BE49-F238E27FC236}">
                  <a16:creationId xmlns:a16="http://schemas.microsoft.com/office/drawing/2014/main" id="{8A962EA6-F446-4A27-2CAA-2239DD2E839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5807803" y="2837173"/>
              <a:ext cx="355927" cy="0"/>
            </a:xfrm>
            <a:prstGeom prst="line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30" name="図 29">
              <a:extLst>
                <a:ext uri="{FF2B5EF4-FFF2-40B4-BE49-F238E27FC236}">
                  <a16:creationId xmlns:a16="http://schemas.microsoft.com/office/drawing/2014/main" id="{B9D023EB-8D3F-DFD3-51CB-90355070EB7A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69551" y="2041544"/>
              <a:ext cx="545555" cy="54555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3175">
              <a:solidFill>
                <a:srgbClr val="1374FC"/>
              </a:solidFill>
            </a:ln>
            <a:effectLst/>
          </p:spPr>
        </p:pic>
        <p:sp>
          <p:nvSpPr>
            <p:cNvPr id="31" name="正方形/長方形 30">
              <a:extLst>
                <a:ext uri="{FF2B5EF4-FFF2-40B4-BE49-F238E27FC236}">
                  <a16:creationId xmlns:a16="http://schemas.microsoft.com/office/drawing/2014/main" id="{F317C00E-014E-568C-5FCA-CF61A887F3C0}"/>
                </a:ext>
              </a:extLst>
            </p:cNvPr>
            <p:cNvSpPr/>
            <p:nvPr userDrawn="1"/>
          </p:nvSpPr>
          <p:spPr>
            <a:xfrm>
              <a:off x="4682254" y="769286"/>
              <a:ext cx="1130945" cy="545556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You tune Robot-G.</a:t>
              </a:r>
              <a:endParaRPr lang="ja-JP" altLang="en-US" sz="800"/>
            </a:p>
          </p:txBody>
        </p:sp>
        <p:sp>
          <p:nvSpPr>
            <p:cNvPr id="32" name="正方形/長方形 31">
              <a:extLst>
                <a:ext uri="{FF2B5EF4-FFF2-40B4-BE49-F238E27FC236}">
                  <a16:creationId xmlns:a16="http://schemas.microsoft.com/office/drawing/2014/main" id="{5EA93331-44D2-D6B5-8344-E7A21D541B7B}"/>
                </a:ext>
              </a:extLst>
            </p:cNvPr>
            <p:cNvSpPr/>
            <p:nvPr userDrawn="1"/>
          </p:nvSpPr>
          <p:spPr>
            <a:xfrm>
              <a:off x="7512322" y="3019661"/>
              <a:ext cx="1130946" cy="545556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You evaluate the processed text.</a:t>
              </a:r>
              <a:endParaRPr kumimoji="1" lang="ja-JP" altLang="en-US" sz="800"/>
            </a:p>
          </p:txBody>
        </p:sp>
        <p:grpSp>
          <p:nvGrpSpPr>
            <p:cNvPr id="33" name="グループ化 32">
              <a:extLst>
                <a:ext uri="{FF2B5EF4-FFF2-40B4-BE49-F238E27FC236}">
                  <a16:creationId xmlns:a16="http://schemas.microsoft.com/office/drawing/2014/main" id="{68810837-EE6C-12F7-806C-A268EB9A23D9}"/>
                </a:ext>
              </a:extLst>
            </p:cNvPr>
            <p:cNvGrpSpPr/>
            <p:nvPr userDrawn="1"/>
          </p:nvGrpSpPr>
          <p:grpSpPr>
            <a:xfrm>
              <a:off x="7824933" y="2512204"/>
              <a:ext cx="545557" cy="545557"/>
              <a:chOff x="2036902" y="1420555"/>
              <a:chExt cx="682753" cy="682753"/>
            </a:xfrm>
            <a:effectLst/>
          </p:grpSpPr>
          <p:sp>
            <p:nvSpPr>
              <p:cNvPr id="56" name="楕円 55">
                <a:extLst>
                  <a:ext uri="{FF2B5EF4-FFF2-40B4-BE49-F238E27FC236}">
                    <a16:creationId xmlns:a16="http://schemas.microsoft.com/office/drawing/2014/main" id="{A5815413-3FE2-723B-5499-6AD45E7AC7EC}"/>
                  </a:ext>
                </a:extLst>
              </p:cNvPr>
              <p:cNvSpPr/>
              <p:nvPr userDrawn="1"/>
            </p:nvSpPr>
            <p:spPr>
              <a:xfrm>
                <a:off x="2036902" y="1420555"/>
                <a:ext cx="682753" cy="682753"/>
              </a:xfrm>
              <a:prstGeom prst="ellipse">
                <a:avLst/>
              </a:prstGeom>
              <a:solidFill>
                <a:schemeClr val="bg1"/>
              </a:solidFill>
              <a:ln w="3175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/>
              </a:p>
            </p:txBody>
          </p:sp>
          <p:sp>
            <p:nvSpPr>
              <p:cNvPr id="57" name="グラフィックス 2">
                <a:extLst>
                  <a:ext uri="{FF2B5EF4-FFF2-40B4-BE49-F238E27FC236}">
                    <a16:creationId xmlns:a16="http://schemas.microsoft.com/office/drawing/2014/main" id="{626BD3F8-F7DA-1802-CB2A-0952657DBFD6}"/>
                  </a:ext>
                </a:extLst>
              </p:cNvPr>
              <p:cNvSpPr/>
              <p:nvPr userDrawn="1"/>
            </p:nvSpPr>
            <p:spPr>
              <a:xfrm>
                <a:off x="2243971" y="1446873"/>
                <a:ext cx="265109" cy="623225"/>
              </a:xfrm>
              <a:custGeom>
                <a:avLst/>
                <a:gdLst>
                  <a:gd name="connsiteX0" fmla="*/ 321939 w 1054395"/>
                  <a:gd name="connsiteY0" fmla="*/ 2456442 h 2478698"/>
                  <a:gd name="connsiteX1" fmla="*/ 252400 w 1054395"/>
                  <a:gd name="connsiteY1" fmla="*/ 1587617 h 2478698"/>
                  <a:gd name="connsiteX2" fmla="*/ 240089 w 1054395"/>
                  <a:gd name="connsiteY2" fmla="*/ 801923 h 2478698"/>
                  <a:gd name="connsiteX3" fmla="*/ 179098 w 1054395"/>
                  <a:gd name="connsiteY3" fmla="*/ 1222975 h 2478698"/>
                  <a:gd name="connsiteX4" fmla="*/ 95544 w 1054395"/>
                  <a:gd name="connsiteY4" fmla="*/ 1521713 h 2478698"/>
                  <a:gd name="connsiteX5" fmla="*/ 154632 w 1054395"/>
                  <a:gd name="connsiteY5" fmla="*/ 615727 h 2478698"/>
                  <a:gd name="connsiteX6" fmla="*/ 919062 w 1054395"/>
                  <a:gd name="connsiteY6" fmla="*/ 636486 h 2478698"/>
                  <a:gd name="connsiteX7" fmla="*/ 964337 w 1054395"/>
                  <a:gd name="connsiteY7" fmla="*/ 1521713 h 2478698"/>
                  <a:gd name="connsiteX8" fmla="*/ 875483 w 1054395"/>
                  <a:gd name="connsiteY8" fmla="*/ 1228255 h 2478698"/>
                  <a:gd name="connsiteX9" fmla="*/ 821434 w 1054395"/>
                  <a:gd name="connsiteY9" fmla="*/ 807764 h 2478698"/>
                  <a:gd name="connsiteX10" fmla="*/ 810578 w 1054395"/>
                  <a:gd name="connsiteY10" fmla="*/ 1593965 h 2478698"/>
                  <a:gd name="connsiteX11" fmla="*/ 797213 w 1054395"/>
                  <a:gd name="connsiteY11" fmla="*/ 2405128 h 2478698"/>
                  <a:gd name="connsiteX12" fmla="*/ 625512 w 1054395"/>
                  <a:gd name="connsiteY12" fmla="*/ 2455416 h 2478698"/>
                  <a:gd name="connsiteX13" fmla="*/ 550960 w 1054395"/>
                  <a:gd name="connsiteY13" fmla="*/ 1891669 h 2478698"/>
                  <a:gd name="connsiteX14" fmla="*/ 502130 w 1054395"/>
                  <a:gd name="connsiteY14" fmla="*/ 1900859 h 2478698"/>
                  <a:gd name="connsiteX15" fmla="*/ 321939 w 1054395"/>
                  <a:gd name="connsiteY15" fmla="*/ 2456442 h 2478698"/>
                  <a:gd name="connsiteX16" fmla="*/ 440511 w 1054395"/>
                  <a:gd name="connsiteY16" fmla="*/ 446051 h 2478698"/>
                  <a:gd name="connsiteX17" fmla="*/ 297479 w 1054395"/>
                  <a:gd name="connsiteY17" fmla="*/ 187926 h 2478698"/>
                  <a:gd name="connsiteX18" fmla="*/ 743836 w 1054395"/>
                  <a:gd name="connsiteY18" fmla="*/ 144430 h 2478698"/>
                  <a:gd name="connsiteX19" fmla="*/ 440511 w 1054395"/>
                  <a:gd name="connsiteY19" fmla="*/ 446051 h 24786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1054395" h="2478698">
                    <a:moveTo>
                      <a:pt x="321939" y="2456442"/>
                    </a:moveTo>
                    <a:cubicBezTo>
                      <a:pt x="250372" y="2427572"/>
                      <a:pt x="252400" y="2452898"/>
                      <a:pt x="252400" y="1587617"/>
                    </a:cubicBezTo>
                    <a:cubicBezTo>
                      <a:pt x="252400" y="1084515"/>
                      <a:pt x="247850" y="794148"/>
                      <a:pt x="240089" y="801923"/>
                    </a:cubicBezTo>
                    <a:cubicBezTo>
                      <a:pt x="205545" y="836523"/>
                      <a:pt x="185010" y="978291"/>
                      <a:pt x="179098" y="1222975"/>
                    </a:cubicBezTo>
                    <a:cubicBezTo>
                      <a:pt x="172405" y="1499957"/>
                      <a:pt x="166321" y="1521713"/>
                      <a:pt x="95544" y="1521713"/>
                    </a:cubicBezTo>
                    <a:cubicBezTo>
                      <a:pt x="-60525" y="1521713"/>
                      <a:pt x="-14491" y="815878"/>
                      <a:pt x="154632" y="615727"/>
                    </a:cubicBezTo>
                    <a:cubicBezTo>
                      <a:pt x="283670" y="463015"/>
                      <a:pt x="802056" y="477094"/>
                      <a:pt x="919062" y="636486"/>
                    </a:cubicBezTo>
                    <a:cubicBezTo>
                      <a:pt x="1071964" y="844782"/>
                      <a:pt x="1106587" y="1521713"/>
                      <a:pt x="964337" y="1521713"/>
                    </a:cubicBezTo>
                    <a:cubicBezTo>
                      <a:pt x="883148" y="1521713"/>
                      <a:pt x="875483" y="1496401"/>
                      <a:pt x="875483" y="1228255"/>
                    </a:cubicBezTo>
                    <a:cubicBezTo>
                      <a:pt x="875483" y="992006"/>
                      <a:pt x="851800" y="807764"/>
                      <a:pt x="821434" y="807764"/>
                    </a:cubicBezTo>
                    <a:cubicBezTo>
                      <a:pt x="815463" y="807764"/>
                      <a:pt x="810578" y="1161553"/>
                      <a:pt x="810578" y="1593965"/>
                    </a:cubicBezTo>
                    <a:cubicBezTo>
                      <a:pt x="810578" y="2108359"/>
                      <a:pt x="805957" y="2388798"/>
                      <a:pt x="797213" y="2405128"/>
                    </a:cubicBezTo>
                    <a:cubicBezTo>
                      <a:pt x="769135" y="2457597"/>
                      <a:pt x="684621" y="2482352"/>
                      <a:pt x="625512" y="2455416"/>
                    </a:cubicBezTo>
                    <a:cubicBezTo>
                      <a:pt x="558506" y="2424885"/>
                      <a:pt x="557918" y="2420433"/>
                      <a:pt x="550960" y="1891669"/>
                    </a:cubicBezTo>
                    <a:cubicBezTo>
                      <a:pt x="541239" y="1152834"/>
                      <a:pt x="507145" y="1159252"/>
                      <a:pt x="502130" y="1900859"/>
                    </a:cubicBezTo>
                    <a:cubicBezTo>
                      <a:pt x="498254" y="2474161"/>
                      <a:pt x="482928" y="2521411"/>
                      <a:pt x="321939" y="2456442"/>
                    </a:cubicBezTo>
                    <a:close/>
                    <a:moveTo>
                      <a:pt x="440511" y="446051"/>
                    </a:moveTo>
                    <a:cubicBezTo>
                      <a:pt x="334212" y="397761"/>
                      <a:pt x="277537" y="295482"/>
                      <a:pt x="297479" y="187926"/>
                    </a:cubicBezTo>
                    <a:cubicBezTo>
                      <a:pt x="339285" y="-37565"/>
                      <a:pt x="671831" y="-69970"/>
                      <a:pt x="743836" y="144430"/>
                    </a:cubicBezTo>
                    <a:cubicBezTo>
                      <a:pt x="812244" y="348121"/>
                      <a:pt x="628072" y="531258"/>
                      <a:pt x="440511" y="446051"/>
                    </a:cubicBezTo>
                    <a:close/>
                  </a:path>
                </a:pathLst>
              </a:custGeom>
              <a:solidFill>
                <a:schemeClr val="accent6">
                  <a:lumMod val="75000"/>
                </a:schemeClr>
              </a:solidFill>
              <a:ln w="12935" cap="flat">
                <a:noFill/>
                <a:prstDash val="solid"/>
                <a:miter/>
              </a:ln>
            </p:spPr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ja-JP" altLang="en-US"/>
              </a:p>
            </p:txBody>
          </p:sp>
        </p:grpSp>
        <p:sp>
          <p:nvSpPr>
            <p:cNvPr id="34" name="四角形: 角を丸くする 33">
              <a:extLst>
                <a:ext uri="{FF2B5EF4-FFF2-40B4-BE49-F238E27FC236}">
                  <a16:creationId xmlns:a16="http://schemas.microsoft.com/office/drawing/2014/main" id="{DCE0E197-940F-112C-2071-DF4E598DE56E}"/>
                </a:ext>
              </a:extLst>
            </p:cNvPr>
            <p:cNvSpPr/>
            <p:nvPr userDrawn="1"/>
          </p:nvSpPr>
          <p:spPr>
            <a:xfrm>
              <a:off x="9232072" y="3558493"/>
              <a:ext cx="756603" cy="364977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acceptable</a:t>
              </a:r>
              <a:endParaRPr lang="ja-JP" altLang="en-US" sz="800"/>
            </a:p>
          </p:txBody>
        </p:sp>
        <p:sp>
          <p:nvSpPr>
            <p:cNvPr id="35" name="四角形: 角を丸くする 34">
              <a:extLst>
                <a:ext uri="{FF2B5EF4-FFF2-40B4-BE49-F238E27FC236}">
                  <a16:creationId xmlns:a16="http://schemas.microsoft.com/office/drawing/2014/main" id="{9995DBEE-483A-C970-351B-FB3F9A20AF2A}"/>
                </a:ext>
              </a:extLst>
            </p:cNvPr>
            <p:cNvSpPr/>
            <p:nvPr userDrawn="1"/>
          </p:nvSpPr>
          <p:spPr>
            <a:xfrm>
              <a:off x="9232071" y="2638808"/>
              <a:ext cx="756603" cy="364977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not</a:t>
              </a:r>
            </a:p>
            <a:p>
              <a:pPr algn="ctr"/>
              <a:r>
                <a:rPr lang="en-US" altLang="ja-JP" sz="800"/>
                <a:t>acceptable</a:t>
              </a:r>
              <a:endParaRPr lang="ja-JP" altLang="en-US" sz="800"/>
            </a:p>
          </p:txBody>
        </p:sp>
        <p:cxnSp>
          <p:nvCxnSpPr>
            <p:cNvPr id="36" name="コネクタ: カギ線 35">
              <a:extLst>
                <a:ext uri="{FF2B5EF4-FFF2-40B4-BE49-F238E27FC236}">
                  <a16:creationId xmlns:a16="http://schemas.microsoft.com/office/drawing/2014/main" id="{DBE17E1F-46BC-6D74-FA2D-9FA928A42B5A}"/>
                </a:ext>
              </a:extLst>
            </p:cNvPr>
            <p:cNvCxnSpPr>
              <a:cxnSpLocks/>
            </p:cNvCxnSpPr>
            <p:nvPr userDrawn="1"/>
          </p:nvCxnSpPr>
          <p:spPr>
            <a:xfrm rot="10800000" flipH="1" flipV="1">
              <a:off x="9232070" y="2821296"/>
              <a:ext cx="1" cy="919685"/>
            </a:xfrm>
            <a:prstGeom prst="bentConnector3">
              <a:avLst>
                <a:gd name="adj1" fmla="val -22860000000"/>
              </a:avLst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headEnd type="triangle"/>
              <a:tailEnd type="triangle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直線コネクタ 36">
              <a:extLst>
                <a:ext uri="{FF2B5EF4-FFF2-40B4-BE49-F238E27FC236}">
                  <a16:creationId xmlns:a16="http://schemas.microsoft.com/office/drawing/2014/main" id="{47A53648-E3F4-B4E5-633C-567918B8A687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8655622" y="3285715"/>
              <a:ext cx="355927" cy="0"/>
            </a:xfrm>
            <a:prstGeom prst="line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8" name="グループ化 37">
              <a:extLst>
                <a:ext uri="{FF2B5EF4-FFF2-40B4-BE49-F238E27FC236}">
                  <a16:creationId xmlns:a16="http://schemas.microsoft.com/office/drawing/2014/main" id="{E5112055-B312-D36F-45F2-89A1ADF02358}"/>
                </a:ext>
              </a:extLst>
            </p:cNvPr>
            <p:cNvGrpSpPr/>
            <p:nvPr userDrawn="1"/>
          </p:nvGrpSpPr>
          <p:grpSpPr>
            <a:xfrm>
              <a:off x="4969549" y="265746"/>
              <a:ext cx="545557" cy="545557"/>
              <a:chOff x="2036902" y="1420555"/>
              <a:chExt cx="682753" cy="682753"/>
            </a:xfrm>
            <a:effectLst/>
          </p:grpSpPr>
          <p:sp>
            <p:nvSpPr>
              <p:cNvPr id="54" name="楕円 53">
                <a:extLst>
                  <a:ext uri="{FF2B5EF4-FFF2-40B4-BE49-F238E27FC236}">
                    <a16:creationId xmlns:a16="http://schemas.microsoft.com/office/drawing/2014/main" id="{7E462FEE-DF3E-A007-15B3-DCED931CA6C2}"/>
                  </a:ext>
                </a:extLst>
              </p:cNvPr>
              <p:cNvSpPr/>
              <p:nvPr userDrawn="1"/>
            </p:nvSpPr>
            <p:spPr>
              <a:xfrm>
                <a:off x="2036902" y="1420555"/>
                <a:ext cx="682753" cy="682753"/>
              </a:xfrm>
              <a:prstGeom prst="ellipse">
                <a:avLst/>
              </a:prstGeom>
              <a:solidFill>
                <a:schemeClr val="bg1"/>
              </a:solidFill>
              <a:ln w="3175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/>
              </a:p>
            </p:txBody>
          </p:sp>
          <p:sp>
            <p:nvSpPr>
              <p:cNvPr id="55" name="グラフィックス 2">
                <a:extLst>
                  <a:ext uri="{FF2B5EF4-FFF2-40B4-BE49-F238E27FC236}">
                    <a16:creationId xmlns:a16="http://schemas.microsoft.com/office/drawing/2014/main" id="{7ECC0279-4E1D-A942-28EB-B57CF542B3F7}"/>
                  </a:ext>
                </a:extLst>
              </p:cNvPr>
              <p:cNvSpPr/>
              <p:nvPr userDrawn="1"/>
            </p:nvSpPr>
            <p:spPr>
              <a:xfrm>
                <a:off x="2243971" y="1446873"/>
                <a:ext cx="265109" cy="623225"/>
              </a:xfrm>
              <a:custGeom>
                <a:avLst/>
                <a:gdLst>
                  <a:gd name="connsiteX0" fmla="*/ 321939 w 1054395"/>
                  <a:gd name="connsiteY0" fmla="*/ 2456442 h 2478698"/>
                  <a:gd name="connsiteX1" fmla="*/ 252400 w 1054395"/>
                  <a:gd name="connsiteY1" fmla="*/ 1587617 h 2478698"/>
                  <a:gd name="connsiteX2" fmla="*/ 240089 w 1054395"/>
                  <a:gd name="connsiteY2" fmla="*/ 801923 h 2478698"/>
                  <a:gd name="connsiteX3" fmla="*/ 179098 w 1054395"/>
                  <a:gd name="connsiteY3" fmla="*/ 1222975 h 2478698"/>
                  <a:gd name="connsiteX4" fmla="*/ 95544 w 1054395"/>
                  <a:gd name="connsiteY4" fmla="*/ 1521713 h 2478698"/>
                  <a:gd name="connsiteX5" fmla="*/ 154632 w 1054395"/>
                  <a:gd name="connsiteY5" fmla="*/ 615727 h 2478698"/>
                  <a:gd name="connsiteX6" fmla="*/ 919062 w 1054395"/>
                  <a:gd name="connsiteY6" fmla="*/ 636486 h 2478698"/>
                  <a:gd name="connsiteX7" fmla="*/ 964337 w 1054395"/>
                  <a:gd name="connsiteY7" fmla="*/ 1521713 h 2478698"/>
                  <a:gd name="connsiteX8" fmla="*/ 875483 w 1054395"/>
                  <a:gd name="connsiteY8" fmla="*/ 1228255 h 2478698"/>
                  <a:gd name="connsiteX9" fmla="*/ 821434 w 1054395"/>
                  <a:gd name="connsiteY9" fmla="*/ 807764 h 2478698"/>
                  <a:gd name="connsiteX10" fmla="*/ 810578 w 1054395"/>
                  <a:gd name="connsiteY10" fmla="*/ 1593965 h 2478698"/>
                  <a:gd name="connsiteX11" fmla="*/ 797213 w 1054395"/>
                  <a:gd name="connsiteY11" fmla="*/ 2405128 h 2478698"/>
                  <a:gd name="connsiteX12" fmla="*/ 625512 w 1054395"/>
                  <a:gd name="connsiteY12" fmla="*/ 2455416 h 2478698"/>
                  <a:gd name="connsiteX13" fmla="*/ 550960 w 1054395"/>
                  <a:gd name="connsiteY13" fmla="*/ 1891669 h 2478698"/>
                  <a:gd name="connsiteX14" fmla="*/ 502130 w 1054395"/>
                  <a:gd name="connsiteY14" fmla="*/ 1900859 h 2478698"/>
                  <a:gd name="connsiteX15" fmla="*/ 321939 w 1054395"/>
                  <a:gd name="connsiteY15" fmla="*/ 2456442 h 2478698"/>
                  <a:gd name="connsiteX16" fmla="*/ 440511 w 1054395"/>
                  <a:gd name="connsiteY16" fmla="*/ 446051 h 2478698"/>
                  <a:gd name="connsiteX17" fmla="*/ 297479 w 1054395"/>
                  <a:gd name="connsiteY17" fmla="*/ 187926 h 2478698"/>
                  <a:gd name="connsiteX18" fmla="*/ 743836 w 1054395"/>
                  <a:gd name="connsiteY18" fmla="*/ 144430 h 2478698"/>
                  <a:gd name="connsiteX19" fmla="*/ 440511 w 1054395"/>
                  <a:gd name="connsiteY19" fmla="*/ 446051 h 24786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1054395" h="2478698">
                    <a:moveTo>
                      <a:pt x="321939" y="2456442"/>
                    </a:moveTo>
                    <a:cubicBezTo>
                      <a:pt x="250372" y="2427572"/>
                      <a:pt x="252400" y="2452898"/>
                      <a:pt x="252400" y="1587617"/>
                    </a:cubicBezTo>
                    <a:cubicBezTo>
                      <a:pt x="252400" y="1084515"/>
                      <a:pt x="247850" y="794148"/>
                      <a:pt x="240089" y="801923"/>
                    </a:cubicBezTo>
                    <a:cubicBezTo>
                      <a:pt x="205545" y="836523"/>
                      <a:pt x="185010" y="978291"/>
                      <a:pt x="179098" y="1222975"/>
                    </a:cubicBezTo>
                    <a:cubicBezTo>
                      <a:pt x="172405" y="1499957"/>
                      <a:pt x="166321" y="1521713"/>
                      <a:pt x="95544" y="1521713"/>
                    </a:cubicBezTo>
                    <a:cubicBezTo>
                      <a:pt x="-60525" y="1521713"/>
                      <a:pt x="-14491" y="815878"/>
                      <a:pt x="154632" y="615727"/>
                    </a:cubicBezTo>
                    <a:cubicBezTo>
                      <a:pt x="283670" y="463015"/>
                      <a:pt x="802056" y="477094"/>
                      <a:pt x="919062" y="636486"/>
                    </a:cubicBezTo>
                    <a:cubicBezTo>
                      <a:pt x="1071964" y="844782"/>
                      <a:pt x="1106587" y="1521713"/>
                      <a:pt x="964337" y="1521713"/>
                    </a:cubicBezTo>
                    <a:cubicBezTo>
                      <a:pt x="883148" y="1521713"/>
                      <a:pt x="875483" y="1496401"/>
                      <a:pt x="875483" y="1228255"/>
                    </a:cubicBezTo>
                    <a:cubicBezTo>
                      <a:pt x="875483" y="992006"/>
                      <a:pt x="851800" y="807764"/>
                      <a:pt x="821434" y="807764"/>
                    </a:cubicBezTo>
                    <a:cubicBezTo>
                      <a:pt x="815463" y="807764"/>
                      <a:pt x="810578" y="1161553"/>
                      <a:pt x="810578" y="1593965"/>
                    </a:cubicBezTo>
                    <a:cubicBezTo>
                      <a:pt x="810578" y="2108359"/>
                      <a:pt x="805957" y="2388798"/>
                      <a:pt x="797213" y="2405128"/>
                    </a:cubicBezTo>
                    <a:cubicBezTo>
                      <a:pt x="769135" y="2457597"/>
                      <a:pt x="684621" y="2482352"/>
                      <a:pt x="625512" y="2455416"/>
                    </a:cubicBezTo>
                    <a:cubicBezTo>
                      <a:pt x="558506" y="2424885"/>
                      <a:pt x="557918" y="2420433"/>
                      <a:pt x="550960" y="1891669"/>
                    </a:cubicBezTo>
                    <a:cubicBezTo>
                      <a:pt x="541239" y="1152834"/>
                      <a:pt x="507145" y="1159252"/>
                      <a:pt x="502130" y="1900859"/>
                    </a:cubicBezTo>
                    <a:cubicBezTo>
                      <a:pt x="498254" y="2474161"/>
                      <a:pt x="482928" y="2521411"/>
                      <a:pt x="321939" y="2456442"/>
                    </a:cubicBezTo>
                    <a:close/>
                    <a:moveTo>
                      <a:pt x="440511" y="446051"/>
                    </a:moveTo>
                    <a:cubicBezTo>
                      <a:pt x="334212" y="397761"/>
                      <a:pt x="277537" y="295482"/>
                      <a:pt x="297479" y="187926"/>
                    </a:cubicBezTo>
                    <a:cubicBezTo>
                      <a:pt x="339285" y="-37565"/>
                      <a:pt x="671831" y="-69970"/>
                      <a:pt x="743836" y="144430"/>
                    </a:cubicBezTo>
                    <a:cubicBezTo>
                      <a:pt x="812244" y="348121"/>
                      <a:pt x="628072" y="531258"/>
                      <a:pt x="440511" y="446051"/>
                    </a:cubicBezTo>
                    <a:close/>
                  </a:path>
                </a:pathLst>
              </a:custGeom>
              <a:solidFill>
                <a:schemeClr val="accent6">
                  <a:lumMod val="75000"/>
                </a:schemeClr>
              </a:solidFill>
              <a:ln w="12935" cap="flat">
                <a:noFill/>
                <a:prstDash val="solid"/>
                <a:miter/>
              </a:ln>
            </p:spPr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ja-JP" altLang="en-US"/>
              </a:p>
            </p:txBody>
          </p:sp>
        </p:grpSp>
        <p:pic>
          <p:nvPicPr>
            <p:cNvPr id="39" name="図 38">
              <a:extLst>
                <a:ext uri="{FF2B5EF4-FFF2-40B4-BE49-F238E27FC236}">
                  <a16:creationId xmlns:a16="http://schemas.microsoft.com/office/drawing/2014/main" id="{8E374FB0-65F6-91FE-5DD7-ED4F91C4284A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426779" y="768553"/>
              <a:ext cx="545556" cy="545556"/>
            </a:xfrm>
            <a:prstGeom prst="ellipse">
              <a:avLst/>
            </a:prstGeom>
            <a:ln w="3175">
              <a:solidFill>
                <a:srgbClr val="F8191A"/>
              </a:solidFill>
            </a:ln>
            <a:effectLst/>
          </p:spPr>
        </p:pic>
        <p:cxnSp>
          <p:nvCxnSpPr>
            <p:cNvPr id="40" name="直線矢印コネクタ 39">
              <a:extLst>
                <a:ext uri="{FF2B5EF4-FFF2-40B4-BE49-F238E27FC236}">
                  <a16:creationId xmlns:a16="http://schemas.microsoft.com/office/drawing/2014/main" id="{AD8093F0-1FEB-0B92-A8BE-325A2F7EB4F3}"/>
                </a:ext>
              </a:extLst>
            </p:cNvPr>
            <p:cNvCxnSpPr>
              <a:cxnSpLocks/>
              <a:stCxn id="23" idx="6"/>
            </p:cNvCxnSpPr>
            <p:nvPr userDrawn="1"/>
          </p:nvCxnSpPr>
          <p:spPr>
            <a:xfrm flipV="1">
              <a:off x="1618221" y="2831308"/>
              <a:ext cx="515956" cy="1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直線矢印コネクタ 40">
              <a:extLst>
                <a:ext uri="{FF2B5EF4-FFF2-40B4-BE49-F238E27FC236}">
                  <a16:creationId xmlns:a16="http://schemas.microsoft.com/office/drawing/2014/main" id="{46DA8D84-FEDC-B3DE-9C7F-13C333900B6E}"/>
                </a:ext>
              </a:extLst>
            </p:cNvPr>
            <p:cNvCxnSpPr>
              <a:cxnSpLocks/>
              <a:stCxn id="19" idx="3"/>
              <a:endCxn id="24" idx="1"/>
            </p:cNvCxnSpPr>
            <p:nvPr userDrawn="1"/>
          </p:nvCxnSpPr>
          <p:spPr>
            <a:xfrm>
              <a:off x="3265030" y="2831309"/>
              <a:ext cx="352957" cy="0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直線矢印コネクタ 41">
              <a:extLst>
                <a:ext uri="{FF2B5EF4-FFF2-40B4-BE49-F238E27FC236}">
                  <a16:creationId xmlns:a16="http://schemas.microsoft.com/office/drawing/2014/main" id="{BF203A1D-8B7E-9B8D-4CD7-825050FBDF5B}"/>
                </a:ext>
              </a:extLst>
            </p:cNvPr>
            <p:cNvCxnSpPr>
              <a:cxnSpLocks/>
              <a:stCxn id="24" idx="3"/>
              <a:endCxn id="25" idx="1"/>
            </p:cNvCxnSpPr>
            <p:nvPr userDrawn="1"/>
          </p:nvCxnSpPr>
          <p:spPr>
            <a:xfrm>
              <a:off x="4323900" y="2831309"/>
              <a:ext cx="352957" cy="0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直線矢印コネクタ 42">
              <a:extLst>
                <a:ext uri="{FF2B5EF4-FFF2-40B4-BE49-F238E27FC236}">
                  <a16:creationId xmlns:a16="http://schemas.microsoft.com/office/drawing/2014/main" id="{0CB498D1-D57E-04D3-37BB-BDB78DE0FAE3}"/>
                </a:ext>
              </a:extLst>
            </p:cNvPr>
            <p:cNvCxnSpPr>
              <a:cxnSpLocks/>
              <a:stCxn id="31" idx="1"/>
            </p:cNvCxnSpPr>
            <p:nvPr userDrawn="1"/>
          </p:nvCxnSpPr>
          <p:spPr>
            <a:xfrm flipH="1" flipV="1">
              <a:off x="2972335" y="1041331"/>
              <a:ext cx="1709919" cy="733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コネクタ: カギ線 43">
              <a:extLst>
                <a:ext uri="{FF2B5EF4-FFF2-40B4-BE49-F238E27FC236}">
                  <a16:creationId xmlns:a16="http://schemas.microsoft.com/office/drawing/2014/main" id="{4E34E805-81E0-8E8E-27AE-6458F7B74BA9}"/>
                </a:ext>
              </a:extLst>
            </p:cNvPr>
            <p:cNvCxnSpPr>
              <a:cxnSpLocks/>
              <a:stCxn id="35" idx="3"/>
              <a:endCxn id="31" idx="3"/>
            </p:cNvCxnSpPr>
            <p:nvPr userDrawn="1"/>
          </p:nvCxnSpPr>
          <p:spPr>
            <a:xfrm flipH="1" flipV="1">
              <a:off x="5813199" y="1042064"/>
              <a:ext cx="4175475" cy="1779233"/>
            </a:xfrm>
            <a:prstGeom prst="bentConnector3">
              <a:avLst>
                <a:gd name="adj1" fmla="val -10027"/>
              </a:avLst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直線矢印コネクタ 44">
              <a:extLst>
                <a:ext uri="{FF2B5EF4-FFF2-40B4-BE49-F238E27FC236}">
                  <a16:creationId xmlns:a16="http://schemas.microsoft.com/office/drawing/2014/main" id="{FDCF637D-D74B-FF51-438D-7DD7A1CA3545}"/>
                </a:ext>
              </a:extLst>
            </p:cNvPr>
            <p:cNvCxnSpPr>
              <a:cxnSpLocks/>
              <a:stCxn id="26" idx="3"/>
              <a:endCxn id="32" idx="1"/>
            </p:cNvCxnSpPr>
            <p:nvPr userDrawn="1"/>
          </p:nvCxnSpPr>
          <p:spPr>
            <a:xfrm flipV="1">
              <a:off x="7140856" y="3292439"/>
              <a:ext cx="371466" cy="1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コネクタ: カギ線 45">
              <a:extLst>
                <a:ext uri="{FF2B5EF4-FFF2-40B4-BE49-F238E27FC236}">
                  <a16:creationId xmlns:a16="http://schemas.microsoft.com/office/drawing/2014/main" id="{F2EAD14A-8536-C9A4-BF09-83AD3734E65F}"/>
                </a:ext>
              </a:extLst>
            </p:cNvPr>
            <p:cNvCxnSpPr>
              <a:cxnSpLocks/>
              <a:stCxn id="27" idx="3"/>
            </p:cNvCxnSpPr>
            <p:nvPr userDrawn="1"/>
          </p:nvCxnSpPr>
          <p:spPr>
            <a:xfrm flipV="1">
              <a:off x="7140855" y="1041331"/>
              <a:ext cx="371467" cy="1331424"/>
            </a:xfrm>
            <a:prstGeom prst="bentConnector2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直線矢印コネクタ 46">
              <a:extLst>
                <a:ext uri="{FF2B5EF4-FFF2-40B4-BE49-F238E27FC236}">
                  <a16:creationId xmlns:a16="http://schemas.microsoft.com/office/drawing/2014/main" id="{80A43D53-6D55-7E67-06FB-250951FD89AB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1741815" y="3104086"/>
              <a:ext cx="399536" cy="399536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8" name="グループ化 47">
              <a:extLst>
                <a:ext uri="{FF2B5EF4-FFF2-40B4-BE49-F238E27FC236}">
                  <a16:creationId xmlns:a16="http://schemas.microsoft.com/office/drawing/2014/main" id="{642A7D6F-B1AC-9C96-0242-4E72D0B8AD40}"/>
                </a:ext>
              </a:extLst>
            </p:cNvPr>
            <p:cNvGrpSpPr/>
            <p:nvPr userDrawn="1"/>
          </p:nvGrpSpPr>
          <p:grpSpPr>
            <a:xfrm>
              <a:off x="951974" y="3498485"/>
              <a:ext cx="788106" cy="557592"/>
              <a:chOff x="3165392" y="4449318"/>
              <a:chExt cx="788106" cy="557592"/>
            </a:xfrm>
          </p:grpSpPr>
          <p:sp>
            <p:nvSpPr>
              <p:cNvPr id="51" name="フローチャート: 書類 50">
                <a:extLst>
                  <a:ext uri="{FF2B5EF4-FFF2-40B4-BE49-F238E27FC236}">
                    <a16:creationId xmlns:a16="http://schemas.microsoft.com/office/drawing/2014/main" id="{A2AAFB92-99A7-3879-2E35-BE8B98CD455F}"/>
                  </a:ext>
                </a:extLst>
              </p:cNvPr>
              <p:cNvSpPr/>
              <p:nvPr userDrawn="1"/>
            </p:nvSpPr>
            <p:spPr>
              <a:xfrm>
                <a:off x="3247585" y="4449318"/>
                <a:ext cx="705913" cy="482056"/>
              </a:xfrm>
              <a:prstGeom prst="flowChartDocument">
                <a:avLst/>
              </a:prstGeom>
              <a:solidFill>
                <a:schemeClr val="bg1"/>
              </a:solidFill>
              <a:ln w="3175">
                <a:solidFill>
                  <a:schemeClr val="tx1">
                    <a:lumMod val="65000"/>
                    <a:lumOff val="35000"/>
                  </a:schemeClr>
                </a:solidFill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ja-JP" altLang="en-US" sz="80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</p:txBody>
          </p:sp>
          <p:sp>
            <p:nvSpPr>
              <p:cNvPr id="52" name="フローチャート: 書類 51">
                <a:extLst>
                  <a:ext uri="{FF2B5EF4-FFF2-40B4-BE49-F238E27FC236}">
                    <a16:creationId xmlns:a16="http://schemas.microsoft.com/office/drawing/2014/main" id="{27E5C260-B1CD-81D6-BB9F-B51EEBDA7CC9}"/>
                  </a:ext>
                </a:extLst>
              </p:cNvPr>
              <p:cNvSpPr/>
              <p:nvPr userDrawn="1"/>
            </p:nvSpPr>
            <p:spPr>
              <a:xfrm>
                <a:off x="3206488" y="4490414"/>
                <a:ext cx="705913" cy="482056"/>
              </a:xfrm>
              <a:prstGeom prst="flowChartDocument">
                <a:avLst/>
              </a:prstGeom>
              <a:solidFill>
                <a:schemeClr val="bg1"/>
              </a:solidFill>
              <a:ln w="3175">
                <a:solidFill>
                  <a:schemeClr val="tx1">
                    <a:lumMod val="65000"/>
                    <a:lumOff val="35000"/>
                  </a:schemeClr>
                </a:solidFill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ja-JP" altLang="en-US" sz="80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</p:txBody>
          </p:sp>
          <p:sp>
            <p:nvSpPr>
              <p:cNvPr id="53" name="フローチャート: 書類 52">
                <a:extLst>
                  <a:ext uri="{FF2B5EF4-FFF2-40B4-BE49-F238E27FC236}">
                    <a16:creationId xmlns:a16="http://schemas.microsoft.com/office/drawing/2014/main" id="{80E4A422-449C-7C49-1943-170388632993}"/>
                  </a:ext>
                </a:extLst>
              </p:cNvPr>
              <p:cNvSpPr/>
              <p:nvPr userDrawn="1"/>
            </p:nvSpPr>
            <p:spPr>
              <a:xfrm>
                <a:off x="3165392" y="4524854"/>
                <a:ext cx="705913" cy="482056"/>
              </a:xfrm>
              <a:prstGeom prst="flowChartDocument">
                <a:avLst/>
              </a:prstGeom>
              <a:solidFill>
                <a:schemeClr val="bg1"/>
              </a:solidFill>
              <a:ln w="3175">
                <a:solidFill>
                  <a:schemeClr val="tx1">
                    <a:lumMod val="65000"/>
                    <a:lumOff val="35000"/>
                  </a:schemeClr>
                </a:solidFill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ja-JP" sz="80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source content</a:t>
                </a:r>
                <a:endParaRPr lang="ja-JP" altLang="en-US" sz="80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</p:txBody>
          </p:sp>
        </p:grpSp>
        <p:sp>
          <p:nvSpPr>
            <p:cNvPr id="49" name="正方形/長方形 48">
              <a:extLst>
                <a:ext uri="{FF2B5EF4-FFF2-40B4-BE49-F238E27FC236}">
                  <a16:creationId xmlns:a16="http://schemas.microsoft.com/office/drawing/2014/main" id="{BB96F3C2-DAD0-C500-32E8-3461CD7265F1}"/>
                </a:ext>
              </a:extLst>
            </p:cNvPr>
            <p:cNvSpPr/>
            <p:nvPr userDrawn="1"/>
          </p:nvSpPr>
          <p:spPr>
            <a:xfrm>
              <a:off x="10360140" y="3476081"/>
              <a:ext cx="1130945" cy="545556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 Robot-G</a:t>
              </a:r>
            </a:p>
            <a:p>
              <a:pPr algn="ctr"/>
              <a:r>
                <a:rPr lang="en-US" altLang="ja-JP" sz="800"/>
                <a:t>is available</a:t>
              </a:r>
              <a:endParaRPr lang="ja-JP" altLang="en-US" sz="800"/>
            </a:p>
          </p:txBody>
        </p:sp>
        <p:cxnSp>
          <p:nvCxnSpPr>
            <p:cNvPr id="50" name="直線矢印コネクタ 49">
              <a:extLst>
                <a:ext uri="{FF2B5EF4-FFF2-40B4-BE49-F238E27FC236}">
                  <a16:creationId xmlns:a16="http://schemas.microsoft.com/office/drawing/2014/main" id="{D274C60B-5600-E2E1-0189-35CCE8AE353C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9988674" y="3739512"/>
              <a:ext cx="371466" cy="1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015FE1DE-9BB4-57AC-4CCD-3BA3E222F350}"/>
              </a:ext>
            </a:extLst>
          </p:cNvPr>
          <p:cNvSpPr/>
          <p:nvPr userDrawn="1"/>
        </p:nvSpPr>
        <p:spPr>
          <a:xfrm>
            <a:off x="323992" y="969783"/>
            <a:ext cx="1183261" cy="482056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 w="19050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ja-JP" sz="1600"/>
              <a:t>step2</a:t>
            </a:r>
            <a:endParaRPr lang="ja-JP" altLang="en-US" sz="1600"/>
          </a:p>
        </p:txBody>
      </p:sp>
      <p:grpSp>
        <p:nvGrpSpPr>
          <p:cNvPr id="5" name="グループ化 4">
            <a:extLst>
              <a:ext uri="{FF2B5EF4-FFF2-40B4-BE49-F238E27FC236}">
                <a16:creationId xmlns:a16="http://schemas.microsoft.com/office/drawing/2014/main" id="{BD348A5F-B17B-139F-25A7-873C5FFDBA99}"/>
              </a:ext>
            </a:extLst>
          </p:cNvPr>
          <p:cNvGrpSpPr/>
          <p:nvPr userDrawn="1"/>
        </p:nvGrpSpPr>
        <p:grpSpPr>
          <a:xfrm>
            <a:off x="939912" y="3875183"/>
            <a:ext cx="766220" cy="343084"/>
            <a:chOff x="2328672" y="1310640"/>
            <a:chExt cx="3267456" cy="1463040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grpSp>
          <p:nvGrpSpPr>
            <p:cNvPr id="13" name="グループ化 12">
              <a:extLst>
                <a:ext uri="{FF2B5EF4-FFF2-40B4-BE49-F238E27FC236}">
                  <a16:creationId xmlns:a16="http://schemas.microsoft.com/office/drawing/2014/main" id="{AEC064F0-D341-3DC6-C286-F316B7DFB8AC}"/>
                </a:ext>
              </a:extLst>
            </p:cNvPr>
            <p:cNvGrpSpPr/>
            <p:nvPr userDrawn="1"/>
          </p:nvGrpSpPr>
          <p:grpSpPr>
            <a:xfrm>
              <a:off x="2328672" y="1310640"/>
              <a:ext cx="3267456" cy="1463040"/>
              <a:chOff x="2663952" y="1414272"/>
              <a:chExt cx="5108448" cy="3023616"/>
            </a:xfrm>
          </p:grpSpPr>
          <p:sp>
            <p:nvSpPr>
              <p:cNvPr id="15" name="思考の吹き出し: 雲形 14">
                <a:extLst>
                  <a:ext uri="{FF2B5EF4-FFF2-40B4-BE49-F238E27FC236}">
                    <a16:creationId xmlns:a16="http://schemas.microsoft.com/office/drawing/2014/main" id="{DBAB0282-B80C-9B12-E9E6-92DFEE86777D}"/>
                  </a:ext>
                </a:extLst>
              </p:cNvPr>
              <p:cNvSpPr/>
              <p:nvPr userDrawn="1"/>
            </p:nvSpPr>
            <p:spPr>
              <a:xfrm rot="397592">
                <a:off x="2663952" y="1414272"/>
                <a:ext cx="5108448" cy="3023616"/>
              </a:xfrm>
              <a:prstGeom prst="cloudCallout">
                <a:avLst>
                  <a:gd name="adj1" fmla="val 33106"/>
                  <a:gd name="adj2" fmla="val 86843"/>
                </a:avLst>
              </a:prstGeom>
              <a:solidFill>
                <a:schemeClr val="bg1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 sz="800"/>
              </a:p>
            </p:txBody>
          </p:sp>
          <p:sp>
            <p:nvSpPr>
              <p:cNvPr id="16" name="正方形/長方形 15">
                <a:extLst>
                  <a:ext uri="{FF2B5EF4-FFF2-40B4-BE49-F238E27FC236}">
                    <a16:creationId xmlns:a16="http://schemas.microsoft.com/office/drawing/2014/main" id="{7A5681F9-F899-87BA-1CD8-C82C92552E60}"/>
                  </a:ext>
                </a:extLst>
              </p:cNvPr>
              <p:cNvSpPr/>
              <p:nvPr userDrawn="1"/>
            </p:nvSpPr>
            <p:spPr>
              <a:xfrm rot="3751454">
                <a:off x="6522721" y="3273552"/>
                <a:ext cx="676656" cy="21945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 sz="800"/>
              </a:p>
            </p:txBody>
          </p:sp>
          <p:sp>
            <p:nvSpPr>
              <p:cNvPr id="17" name="正方形/長方形 16">
                <a:extLst>
                  <a:ext uri="{FF2B5EF4-FFF2-40B4-BE49-F238E27FC236}">
                    <a16:creationId xmlns:a16="http://schemas.microsoft.com/office/drawing/2014/main" id="{5684D3C4-4CD6-6CC9-64F2-0A7D8E95AA03}"/>
                  </a:ext>
                </a:extLst>
              </p:cNvPr>
              <p:cNvSpPr/>
              <p:nvPr userDrawn="1"/>
            </p:nvSpPr>
            <p:spPr>
              <a:xfrm>
                <a:off x="2962656" y="2871216"/>
                <a:ext cx="304800" cy="21945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 sz="800"/>
              </a:p>
            </p:txBody>
          </p:sp>
          <p:sp>
            <p:nvSpPr>
              <p:cNvPr id="18" name="正方形/長方形 17">
                <a:extLst>
                  <a:ext uri="{FF2B5EF4-FFF2-40B4-BE49-F238E27FC236}">
                    <a16:creationId xmlns:a16="http://schemas.microsoft.com/office/drawing/2014/main" id="{9C709640-AA01-EA91-B596-16E03ED53E2A}"/>
                  </a:ext>
                </a:extLst>
              </p:cNvPr>
              <p:cNvSpPr/>
              <p:nvPr userDrawn="1"/>
            </p:nvSpPr>
            <p:spPr>
              <a:xfrm rot="20257410">
                <a:off x="7309105" y="2816352"/>
                <a:ext cx="304800" cy="21945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 sz="800"/>
              </a:p>
            </p:txBody>
          </p:sp>
        </p:grpSp>
        <p:sp>
          <p:nvSpPr>
            <p:cNvPr id="14" name="正方形/長方形 13">
              <a:extLst>
                <a:ext uri="{FF2B5EF4-FFF2-40B4-BE49-F238E27FC236}">
                  <a16:creationId xmlns:a16="http://schemas.microsoft.com/office/drawing/2014/main" id="{D597C54E-1462-007D-FC6C-8EDE84926142}"/>
                </a:ext>
              </a:extLst>
            </p:cNvPr>
            <p:cNvSpPr/>
            <p:nvPr userDrawn="1"/>
          </p:nvSpPr>
          <p:spPr>
            <a:xfrm>
              <a:off x="2770073" y="1631130"/>
              <a:ext cx="2484680" cy="76896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>
                  <a:solidFill>
                    <a:schemeClr val="tx1"/>
                  </a:solidFill>
                </a:rPr>
                <a:t>Ver.1</a:t>
              </a:r>
              <a:endParaRPr kumimoji="1" lang="ja-JP" altLang="en-US" sz="800">
                <a:solidFill>
                  <a:schemeClr val="tx1"/>
                </a:solidFill>
              </a:endParaRPr>
            </a:p>
          </p:txBody>
        </p:sp>
      </p:grpSp>
      <p:grpSp>
        <p:nvGrpSpPr>
          <p:cNvPr id="6" name="グループ化 5">
            <a:extLst>
              <a:ext uri="{FF2B5EF4-FFF2-40B4-BE49-F238E27FC236}">
                <a16:creationId xmlns:a16="http://schemas.microsoft.com/office/drawing/2014/main" id="{A3E7C3CA-615F-21BE-6957-90F0273B30A8}"/>
              </a:ext>
            </a:extLst>
          </p:cNvPr>
          <p:cNvGrpSpPr/>
          <p:nvPr userDrawn="1"/>
        </p:nvGrpSpPr>
        <p:grpSpPr>
          <a:xfrm>
            <a:off x="2253122" y="2084423"/>
            <a:ext cx="766220" cy="343084"/>
            <a:chOff x="2328672" y="1310640"/>
            <a:chExt cx="3267456" cy="1463040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grpSp>
          <p:nvGrpSpPr>
            <p:cNvPr id="7" name="グループ化 6">
              <a:extLst>
                <a:ext uri="{FF2B5EF4-FFF2-40B4-BE49-F238E27FC236}">
                  <a16:creationId xmlns:a16="http://schemas.microsoft.com/office/drawing/2014/main" id="{808781C8-31EC-7460-EB65-DBFCF1C0F5DD}"/>
                </a:ext>
              </a:extLst>
            </p:cNvPr>
            <p:cNvGrpSpPr/>
            <p:nvPr userDrawn="1"/>
          </p:nvGrpSpPr>
          <p:grpSpPr>
            <a:xfrm>
              <a:off x="2328672" y="1310640"/>
              <a:ext cx="3267456" cy="1463040"/>
              <a:chOff x="2663952" y="1414272"/>
              <a:chExt cx="5108448" cy="3023616"/>
            </a:xfrm>
          </p:grpSpPr>
          <p:sp>
            <p:nvSpPr>
              <p:cNvPr id="9" name="思考の吹き出し: 雲形 8">
                <a:extLst>
                  <a:ext uri="{FF2B5EF4-FFF2-40B4-BE49-F238E27FC236}">
                    <a16:creationId xmlns:a16="http://schemas.microsoft.com/office/drawing/2014/main" id="{B5DDCD8D-F24C-4BD9-BBA8-68D057DCE731}"/>
                  </a:ext>
                </a:extLst>
              </p:cNvPr>
              <p:cNvSpPr/>
              <p:nvPr userDrawn="1"/>
            </p:nvSpPr>
            <p:spPr>
              <a:xfrm rot="397592">
                <a:off x="2663952" y="1414272"/>
                <a:ext cx="5108448" cy="3023616"/>
              </a:xfrm>
              <a:prstGeom prst="cloudCallout">
                <a:avLst>
                  <a:gd name="adj1" fmla="val 33106"/>
                  <a:gd name="adj2" fmla="val 86843"/>
                </a:avLst>
              </a:prstGeom>
              <a:solidFill>
                <a:schemeClr val="bg1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 sz="800"/>
              </a:p>
            </p:txBody>
          </p:sp>
          <p:sp>
            <p:nvSpPr>
              <p:cNvPr id="10" name="正方形/長方形 9">
                <a:extLst>
                  <a:ext uri="{FF2B5EF4-FFF2-40B4-BE49-F238E27FC236}">
                    <a16:creationId xmlns:a16="http://schemas.microsoft.com/office/drawing/2014/main" id="{85D35874-09A7-AB17-CE54-1D25D933DFEA}"/>
                  </a:ext>
                </a:extLst>
              </p:cNvPr>
              <p:cNvSpPr/>
              <p:nvPr userDrawn="1"/>
            </p:nvSpPr>
            <p:spPr>
              <a:xfrm rot="3751454">
                <a:off x="6522721" y="3273552"/>
                <a:ext cx="676656" cy="21945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 sz="800"/>
              </a:p>
            </p:txBody>
          </p:sp>
          <p:sp>
            <p:nvSpPr>
              <p:cNvPr id="11" name="正方形/長方形 10">
                <a:extLst>
                  <a:ext uri="{FF2B5EF4-FFF2-40B4-BE49-F238E27FC236}">
                    <a16:creationId xmlns:a16="http://schemas.microsoft.com/office/drawing/2014/main" id="{250B45FA-8669-F7EA-0A53-9E082F492812}"/>
                  </a:ext>
                </a:extLst>
              </p:cNvPr>
              <p:cNvSpPr/>
              <p:nvPr userDrawn="1"/>
            </p:nvSpPr>
            <p:spPr>
              <a:xfrm>
                <a:off x="2962656" y="2871216"/>
                <a:ext cx="304800" cy="21945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 sz="800"/>
              </a:p>
            </p:txBody>
          </p:sp>
          <p:sp>
            <p:nvSpPr>
              <p:cNvPr id="12" name="正方形/長方形 11">
                <a:extLst>
                  <a:ext uri="{FF2B5EF4-FFF2-40B4-BE49-F238E27FC236}">
                    <a16:creationId xmlns:a16="http://schemas.microsoft.com/office/drawing/2014/main" id="{67F7E47D-AB7F-4D46-999C-040FCD55E0ED}"/>
                  </a:ext>
                </a:extLst>
              </p:cNvPr>
              <p:cNvSpPr/>
              <p:nvPr userDrawn="1"/>
            </p:nvSpPr>
            <p:spPr>
              <a:xfrm rot="20257410">
                <a:off x="7309105" y="2816352"/>
                <a:ext cx="304800" cy="21945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 sz="800"/>
              </a:p>
            </p:txBody>
          </p:sp>
        </p:grpSp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83B7FCA7-8B8B-CC00-F25F-917AD6EF220C}"/>
                </a:ext>
              </a:extLst>
            </p:cNvPr>
            <p:cNvSpPr/>
            <p:nvPr userDrawn="1"/>
          </p:nvSpPr>
          <p:spPr>
            <a:xfrm>
              <a:off x="2770073" y="1631130"/>
              <a:ext cx="2484680" cy="76896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>
                  <a:solidFill>
                    <a:schemeClr val="tx1"/>
                  </a:solidFill>
                </a:rPr>
                <a:t>Ver.X</a:t>
              </a:r>
              <a:endParaRPr kumimoji="1" lang="ja-JP" altLang="en-US" sz="80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212311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727164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7" r:id="rId3"/>
    <p:sldLayoutId id="2147483651" r:id="rId4"/>
    <p:sldLayoutId id="2147483652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156229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735156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553564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D19129-3810-BE5A-81B5-603646231A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リーフォーム: 図形 3">
            <a:extLst>
              <a:ext uri="{FF2B5EF4-FFF2-40B4-BE49-F238E27FC236}">
                <a16:creationId xmlns:a16="http://schemas.microsoft.com/office/drawing/2014/main" id="{B7DFCDFD-7E7B-6736-F4BF-AD5B48930C3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custGeom>
            <a:avLst/>
            <a:gdLst>
              <a:gd name="csX0" fmla="*/ 5834359 w 12192000"/>
              <a:gd name="csY0" fmla="*/ 2905041 h 6858000"/>
              <a:gd name="csX1" fmla="*/ 4895682 w 12192000"/>
              <a:gd name="csY1" fmla="*/ 3843717 h 6858000"/>
              <a:gd name="csX2" fmla="*/ 5834359 w 12192000"/>
              <a:gd name="csY2" fmla="*/ 4782393 h 6858000"/>
              <a:gd name="csX3" fmla="*/ 6773034 w 12192000"/>
              <a:gd name="csY3" fmla="*/ 3843717 h 6858000"/>
              <a:gd name="csX4" fmla="*/ 5834359 w 12192000"/>
              <a:gd name="csY4" fmla="*/ 2905041 h 6858000"/>
              <a:gd name="csX5" fmla="*/ 0 w 12192000"/>
              <a:gd name="csY5" fmla="*/ 0 h 6858000"/>
              <a:gd name="csX6" fmla="*/ 12192000 w 12192000"/>
              <a:gd name="csY6" fmla="*/ 0 h 6858000"/>
              <a:gd name="csX7" fmla="*/ 12192000 w 12192000"/>
              <a:gd name="csY7" fmla="*/ 6858000 h 6858000"/>
              <a:gd name="csX8" fmla="*/ 0 w 12192000"/>
              <a:gd name="csY8" fmla="*/ 6858000 h 6858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2192000" h="6858000">
                <a:moveTo>
                  <a:pt x="5834359" y="2905041"/>
                </a:moveTo>
                <a:cubicBezTo>
                  <a:pt x="5315942" y="2905041"/>
                  <a:pt x="4895682" y="3325301"/>
                  <a:pt x="4895682" y="3843717"/>
                </a:cubicBezTo>
                <a:cubicBezTo>
                  <a:pt x="4895682" y="4362133"/>
                  <a:pt x="5315942" y="4782393"/>
                  <a:pt x="5834359" y="4782393"/>
                </a:cubicBezTo>
                <a:cubicBezTo>
                  <a:pt x="6352774" y="4782393"/>
                  <a:pt x="6773034" y="4362133"/>
                  <a:pt x="6773034" y="3843717"/>
                </a:cubicBezTo>
                <a:cubicBezTo>
                  <a:pt x="6773034" y="3325301"/>
                  <a:pt x="6352774" y="2905041"/>
                  <a:pt x="5834359" y="2905041"/>
                </a:cubicBez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4983515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09990F-B93E-9633-B108-FCCF5F3B9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リーフォーム: 図形 3">
            <a:extLst>
              <a:ext uri="{FF2B5EF4-FFF2-40B4-BE49-F238E27FC236}">
                <a16:creationId xmlns:a16="http://schemas.microsoft.com/office/drawing/2014/main" id="{8C499E7B-64E0-750C-EF9E-CC10008DE443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custGeom>
            <a:avLst/>
            <a:gdLst>
              <a:gd name="csX0" fmla="*/ 1437764 w 12192000"/>
              <a:gd name="csY0" fmla="*/ 2560320 h 6858000"/>
              <a:gd name="csX1" fmla="*/ 1437764 w 12192000"/>
              <a:gd name="csY1" fmla="*/ 3140182 h 6858000"/>
              <a:gd name="csX2" fmla="*/ 10754236 w 12192000"/>
              <a:gd name="csY2" fmla="*/ 3140182 h 6858000"/>
              <a:gd name="csX3" fmla="*/ 10754236 w 12192000"/>
              <a:gd name="csY3" fmla="*/ 2560320 h 6858000"/>
              <a:gd name="csX4" fmla="*/ 0 w 12192000"/>
              <a:gd name="csY4" fmla="*/ 0 h 6858000"/>
              <a:gd name="csX5" fmla="*/ 12192000 w 12192000"/>
              <a:gd name="csY5" fmla="*/ 0 h 6858000"/>
              <a:gd name="csX6" fmla="*/ 12192000 w 12192000"/>
              <a:gd name="csY6" fmla="*/ 6858000 h 6858000"/>
              <a:gd name="csX7" fmla="*/ 0 w 12192000"/>
              <a:gd name="csY7" fmla="*/ 6858000 h 6858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92000" h="6858000">
                <a:moveTo>
                  <a:pt x="1437764" y="2560320"/>
                </a:moveTo>
                <a:lnTo>
                  <a:pt x="1437764" y="3140182"/>
                </a:lnTo>
                <a:lnTo>
                  <a:pt x="10754236" y="3140182"/>
                </a:lnTo>
                <a:lnTo>
                  <a:pt x="10754236" y="2560320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27447262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F0ED93-3F37-2B5C-4ED6-C6CB6FC91F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リーフォーム: 図形 3">
            <a:extLst>
              <a:ext uri="{FF2B5EF4-FFF2-40B4-BE49-F238E27FC236}">
                <a16:creationId xmlns:a16="http://schemas.microsoft.com/office/drawing/2014/main" id="{EFD65CAB-5A13-7E19-9CF4-217110A5130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custGeom>
            <a:avLst/>
            <a:gdLst>
              <a:gd name="csX0" fmla="*/ 5818173 w 12192000"/>
              <a:gd name="csY0" fmla="*/ 3795165 h 6858000"/>
              <a:gd name="csX1" fmla="*/ 4879497 w 12192000"/>
              <a:gd name="csY1" fmla="*/ 4733841 h 6858000"/>
              <a:gd name="csX2" fmla="*/ 5818173 w 12192000"/>
              <a:gd name="csY2" fmla="*/ 5672517 h 6858000"/>
              <a:gd name="csX3" fmla="*/ 6756849 w 12192000"/>
              <a:gd name="csY3" fmla="*/ 4733841 h 6858000"/>
              <a:gd name="csX4" fmla="*/ 5818173 w 12192000"/>
              <a:gd name="csY4" fmla="*/ 3795165 h 6858000"/>
              <a:gd name="csX5" fmla="*/ 0 w 12192000"/>
              <a:gd name="csY5" fmla="*/ 0 h 6858000"/>
              <a:gd name="csX6" fmla="*/ 12192000 w 12192000"/>
              <a:gd name="csY6" fmla="*/ 0 h 6858000"/>
              <a:gd name="csX7" fmla="*/ 12192000 w 12192000"/>
              <a:gd name="csY7" fmla="*/ 6858000 h 6858000"/>
              <a:gd name="csX8" fmla="*/ 0 w 12192000"/>
              <a:gd name="csY8" fmla="*/ 6858000 h 6858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2192000" h="6858000">
                <a:moveTo>
                  <a:pt x="5818173" y="3795165"/>
                </a:moveTo>
                <a:cubicBezTo>
                  <a:pt x="5299757" y="3795165"/>
                  <a:pt x="4879497" y="4215425"/>
                  <a:pt x="4879497" y="4733841"/>
                </a:cubicBezTo>
                <a:cubicBezTo>
                  <a:pt x="4879497" y="5252257"/>
                  <a:pt x="5299757" y="5672517"/>
                  <a:pt x="5818173" y="5672517"/>
                </a:cubicBezTo>
                <a:cubicBezTo>
                  <a:pt x="6336589" y="5672517"/>
                  <a:pt x="6756849" y="5252257"/>
                  <a:pt x="6756849" y="4733841"/>
                </a:cubicBezTo>
                <a:cubicBezTo>
                  <a:pt x="6756849" y="4215425"/>
                  <a:pt x="6336589" y="3795165"/>
                  <a:pt x="5818173" y="3795165"/>
                </a:cubicBez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975999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8E9A92-21AB-8889-0EAF-122719745E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フリーフォーム: 図形 8">
            <a:extLst>
              <a:ext uri="{FF2B5EF4-FFF2-40B4-BE49-F238E27FC236}">
                <a16:creationId xmlns:a16="http://schemas.microsoft.com/office/drawing/2014/main" id="{D1D241B9-6327-9E8E-534B-EA798BDC4EE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custGeom>
            <a:avLst/>
            <a:gdLst>
              <a:gd name="csX0" fmla="*/ 1437763 w 12192000"/>
              <a:gd name="csY0" fmla="*/ 3572851 h 6858000"/>
              <a:gd name="csX1" fmla="*/ 1437763 w 12192000"/>
              <a:gd name="csY1" fmla="*/ 4572000 h 6858000"/>
              <a:gd name="csX2" fmla="*/ 1437763 w 12192000"/>
              <a:gd name="csY2" fmla="*/ 5151862 h 6858000"/>
              <a:gd name="csX3" fmla="*/ 1437763 w 12192000"/>
              <a:gd name="csY3" fmla="*/ 5727266 h 6858000"/>
              <a:gd name="csX4" fmla="*/ 2511254 w 12192000"/>
              <a:gd name="csY4" fmla="*/ 5727266 h 6858000"/>
              <a:gd name="csX5" fmla="*/ 2511254 w 12192000"/>
              <a:gd name="csY5" fmla="*/ 5151862 h 6858000"/>
              <a:gd name="csX6" fmla="*/ 10754235 w 12192000"/>
              <a:gd name="csY6" fmla="*/ 5151862 h 6858000"/>
              <a:gd name="csX7" fmla="*/ 10754235 w 12192000"/>
              <a:gd name="csY7" fmla="*/ 4572000 h 6858000"/>
              <a:gd name="csX8" fmla="*/ 2511254 w 12192000"/>
              <a:gd name="csY8" fmla="*/ 4572000 h 6858000"/>
              <a:gd name="csX9" fmla="*/ 2511254 w 12192000"/>
              <a:gd name="csY9" fmla="*/ 3572851 h 6858000"/>
              <a:gd name="csX10" fmla="*/ 0 w 12192000"/>
              <a:gd name="csY10" fmla="*/ 0 h 6858000"/>
              <a:gd name="csX11" fmla="*/ 12192000 w 12192000"/>
              <a:gd name="csY11" fmla="*/ 0 h 6858000"/>
              <a:gd name="csX12" fmla="*/ 12192000 w 12192000"/>
              <a:gd name="csY12" fmla="*/ 6858000 h 6858000"/>
              <a:gd name="csX13" fmla="*/ 0 w 12192000"/>
              <a:gd name="csY13" fmla="*/ 6858000 h 6858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12192000" h="6858000">
                <a:moveTo>
                  <a:pt x="1437763" y="3572851"/>
                </a:moveTo>
                <a:lnTo>
                  <a:pt x="1437763" y="4572000"/>
                </a:lnTo>
                <a:lnTo>
                  <a:pt x="1437763" y="5151862"/>
                </a:lnTo>
                <a:lnTo>
                  <a:pt x="1437763" y="5727266"/>
                </a:lnTo>
                <a:lnTo>
                  <a:pt x="2511254" y="5727266"/>
                </a:lnTo>
                <a:lnTo>
                  <a:pt x="2511254" y="5151862"/>
                </a:lnTo>
                <a:lnTo>
                  <a:pt x="10754235" y="5151862"/>
                </a:lnTo>
                <a:lnTo>
                  <a:pt x="10754235" y="4572000"/>
                </a:lnTo>
                <a:lnTo>
                  <a:pt x="2511254" y="4572000"/>
                </a:lnTo>
                <a:lnTo>
                  <a:pt x="2511254" y="3572851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ja-JP" altLang="en-US"/>
          </a:p>
        </p:txBody>
      </p:sp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DE8F2589-ABEC-EA81-2935-D24D4293B986}"/>
              </a:ext>
            </a:extLst>
          </p:cNvPr>
          <p:cNvGrpSpPr/>
          <p:nvPr/>
        </p:nvGrpSpPr>
        <p:grpSpPr>
          <a:xfrm>
            <a:off x="383898" y="4223340"/>
            <a:ext cx="1614399" cy="722865"/>
            <a:chOff x="2328672" y="1310640"/>
            <a:chExt cx="3267456" cy="1463040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grpSp>
          <p:nvGrpSpPr>
            <p:cNvPr id="11" name="グループ化 10">
              <a:extLst>
                <a:ext uri="{FF2B5EF4-FFF2-40B4-BE49-F238E27FC236}">
                  <a16:creationId xmlns:a16="http://schemas.microsoft.com/office/drawing/2014/main" id="{ADA12C11-E597-9120-31BD-862373B52D66}"/>
                </a:ext>
              </a:extLst>
            </p:cNvPr>
            <p:cNvGrpSpPr/>
            <p:nvPr/>
          </p:nvGrpSpPr>
          <p:grpSpPr>
            <a:xfrm>
              <a:off x="2328672" y="1310640"/>
              <a:ext cx="3267456" cy="1463040"/>
              <a:chOff x="2663952" y="1414272"/>
              <a:chExt cx="5108448" cy="3023616"/>
            </a:xfrm>
          </p:grpSpPr>
          <p:sp>
            <p:nvSpPr>
              <p:cNvPr id="13" name="思考の吹き出し: 雲形 12">
                <a:extLst>
                  <a:ext uri="{FF2B5EF4-FFF2-40B4-BE49-F238E27FC236}">
                    <a16:creationId xmlns:a16="http://schemas.microsoft.com/office/drawing/2014/main" id="{86E1BA43-7420-FBCC-1B03-0A4A687564B5}"/>
                  </a:ext>
                </a:extLst>
              </p:cNvPr>
              <p:cNvSpPr/>
              <p:nvPr/>
            </p:nvSpPr>
            <p:spPr>
              <a:xfrm rot="397592">
                <a:off x="2663952" y="1414272"/>
                <a:ext cx="5108448" cy="3023616"/>
              </a:xfrm>
              <a:prstGeom prst="cloudCallout">
                <a:avLst>
                  <a:gd name="adj1" fmla="val 74292"/>
                  <a:gd name="adj2" fmla="val 3572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200">
                  <a:latin typeface="Cascadia Mono" panose="020B0609020000020004" pitchFamily="49" charset="0"/>
                  <a:cs typeface="Cascadia Mono" panose="020B0609020000020004" pitchFamily="49" charset="0"/>
                </a:endParaRPr>
              </a:p>
            </p:txBody>
          </p:sp>
          <p:sp>
            <p:nvSpPr>
              <p:cNvPr id="14" name="正方形/長方形 13">
                <a:extLst>
                  <a:ext uri="{FF2B5EF4-FFF2-40B4-BE49-F238E27FC236}">
                    <a16:creationId xmlns:a16="http://schemas.microsoft.com/office/drawing/2014/main" id="{ED6180C2-F421-750F-6976-7C67F39C9B3D}"/>
                  </a:ext>
                </a:extLst>
              </p:cNvPr>
              <p:cNvSpPr/>
              <p:nvPr/>
            </p:nvSpPr>
            <p:spPr>
              <a:xfrm rot="3751454">
                <a:off x="6522721" y="3273552"/>
                <a:ext cx="676656" cy="21945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200">
                  <a:latin typeface="Cascadia Mono" panose="020B0609020000020004" pitchFamily="49" charset="0"/>
                  <a:cs typeface="Cascadia Mono" panose="020B0609020000020004" pitchFamily="49" charset="0"/>
                </a:endParaRPr>
              </a:p>
            </p:txBody>
          </p:sp>
          <p:sp>
            <p:nvSpPr>
              <p:cNvPr id="15" name="正方形/長方形 14">
                <a:extLst>
                  <a:ext uri="{FF2B5EF4-FFF2-40B4-BE49-F238E27FC236}">
                    <a16:creationId xmlns:a16="http://schemas.microsoft.com/office/drawing/2014/main" id="{2FA905A2-B966-791D-BCF7-E8ED1AB4715B}"/>
                  </a:ext>
                </a:extLst>
              </p:cNvPr>
              <p:cNvSpPr/>
              <p:nvPr/>
            </p:nvSpPr>
            <p:spPr>
              <a:xfrm>
                <a:off x="2962656" y="2871216"/>
                <a:ext cx="304800" cy="21945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200">
                  <a:latin typeface="Cascadia Mono" panose="020B0609020000020004" pitchFamily="49" charset="0"/>
                  <a:cs typeface="Cascadia Mono" panose="020B0609020000020004" pitchFamily="49" charset="0"/>
                </a:endParaRPr>
              </a:p>
            </p:txBody>
          </p:sp>
          <p:sp>
            <p:nvSpPr>
              <p:cNvPr id="16" name="正方形/長方形 15">
                <a:extLst>
                  <a:ext uri="{FF2B5EF4-FFF2-40B4-BE49-F238E27FC236}">
                    <a16:creationId xmlns:a16="http://schemas.microsoft.com/office/drawing/2014/main" id="{E9C4A990-52DF-145D-B216-CA9904834001}"/>
                  </a:ext>
                </a:extLst>
              </p:cNvPr>
              <p:cNvSpPr/>
              <p:nvPr/>
            </p:nvSpPr>
            <p:spPr>
              <a:xfrm rot="20257410">
                <a:off x="7309105" y="2816352"/>
                <a:ext cx="304800" cy="21945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200">
                  <a:latin typeface="Cascadia Mono" panose="020B0609020000020004" pitchFamily="49" charset="0"/>
                  <a:cs typeface="Cascadia Mono" panose="020B0609020000020004" pitchFamily="49" charset="0"/>
                </a:endParaRPr>
              </a:p>
            </p:txBody>
          </p:sp>
        </p:grpSp>
        <p:sp>
          <p:nvSpPr>
            <p:cNvPr id="12" name="正方形/長方形 11">
              <a:extLst>
                <a:ext uri="{FF2B5EF4-FFF2-40B4-BE49-F238E27FC236}">
                  <a16:creationId xmlns:a16="http://schemas.microsoft.com/office/drawing/2014/main" id="{97C85EF7-157B-2B5B-A9BE-8320E8F76781}"/>
                </a:ext>
              </a:extLst>
            </p:cNvPr>
            <p:cNvSpPr/>
            <p:nvPr/>
          </p:nvSpPr>
          <p:spPr>
            <a:xfrm>
              <a:off x="2770073" y="1631130"/>
              <a:ext cx="2484680" cy="76896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1200">
                  <a:solidFill>
                    <a:schemeClr val="tx1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optional</a:t>
              </a:r>
              <a:endParaRPr kumimoji="1" lang="ja-JP" altLang="en-US" sz="1200">
                <a:solidFill>
                  <a:schemeClr val="tx1"/>
                </a:solidFill>
                <a:latin typeface="Cascadia Mono" panose="020B0609020000020004" pitchFamily="49" charset="0"/>
                <a:cs typeface="Cascadia Mono" panose="020B06090200000200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028110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F1A5AE-95E7-B385-09EA-C3D42755D8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リーフォーム: 図形 3">
            <a:extLst>
              <a:ext uri="{FF2B5EF4-FFF2-40B4-BE49-F238E27FC236}">
                <a16:creationId xmlns:a16="http://schemas.microsoft.com/office/drawing/2014/main" id="{0947C2FF-92F5-3F30-09D4-313D771825D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custGeom>
            <a:avLst/>
            <a:gdLst>
              <a:gd name="csX0" fmla="*/ 7533685 w 12192000"/>
              <a:gd name="csY0" fmla="*/ 566442 h 6858000"/>
              <a:gd name="csX1" fmla="*/ 6344155 w 12192000"/>
              <a:gd name="csY1" fmla="*/ 1755972 h 6858000"/>
              <a:gd name="csX2" fmla="*/ 7533685 w 12192000"/>
              <a:gd name="csY2" fmla="*/ 2945502 h 6858000"/>
              <a:gd name="csX3" fmla="*/ 8723215 w 12192000"/>
              <a:gd name="csY3" fmla="*/ 1755972 h 6858000"/>
              <a:gd name="csX4" fmla="*/ 7533685 w 12192000"/>
              <a:gd name="csY4" fmla="*/ 566442 h 6858000"/>
              <a:gd name="csX5" fmla="*/ 0 w 12192000"/>
              <a:gd name="csY5" fmla="*/ 0 h 6858000"/>
              <a:gd name="csX6" fmla="*/ 12192000 w 12192000"/>
              <a:gd name="csY6" fmla="*/ 0 h 6858000"/>
              <a:gd name="csX7" fmla="*/ 12192000 w 12192000"/>
              <a:gd name="csY7" fmla="*/ 6858000 h 6858000"/>
              <a:gd name="csX8" fmla="*/ 0 w 12192000"/>
              <a:gd name="csY8" fmla="*/ 6858000 h 6858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2192000" h="6858000">
                <a:moveTo>
                  <a:pt x="7533685" y="566442"/>
                </a:moveTo>
                <a:cubicBezTo>
                  <a:pt x="6876726" y="566442"/>
                  <a:pt x="6344155" y="1099013"/>
                  <a:pt x="6344155" y="1755972"/>
                </a:cubicBezTo>
                <a:cubicBezTo>
                  <a:pt x="6344155" y="2412931"/>
                  <a:pt x="6876726" y="2945502"/>
                  <a:pt x="7533685" y="2945502"/>
                </a:cubicBezTo>
                <a:cubicBezTo>
                  <a:pt x="8190644" y="2945502"/>
                  <a:pt x="8723215" y="2412931"/>
                  <a:pt x="8723215" y="1755972"/>
                </a:cubicBezTo>
                <a:cubicBezTo>
                  <a:pt x="8723215" y="1099013"/>
                  <a:pt x="8190644" y="566442"/>
                  <a:pt x="7533685" y="566442"/>
                </a:cubicBez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5486280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6691C6-7196-357B-CF15-4A84909F6D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フリーフォーム: 図形 8">
            <a:extLst>
              <a:ext uri="{FF2B5EF4-FFF2-40B4-BE49-F238E27FC236}">
                <a16:creationId xmlns:a16="http://schemas.microsoft.com/office/drawing/2014/main" id="{F51F1D07-1363-8751-FA6F-C8E94B185A79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custGeom>
            <a:avLst/>
            <a:gdLst>
              <a:gd name="csX0" fmla="*/ 1437763 w 12192000"/>
              <a:gd name="csY0" fmla="*/ 3572851 h 6858000"/>
              <a:gd name="csX1" fmla="*/ 1437763 w 12192000"/>
              <a:gd name="csY1" fmla="*/ 5147404 h 6858000"/>
              <a:gd name="csX2" fmla="*/ 1437763 w 12192000"/>
              <a:gd name="csY2" fmla="*/ 5727266 h 6858000"/>
              <a:gd name="csX3" fmla="*/ 2511255 w 12192000"/>
              <a:gd name="csY3" fmla="*/ 5727266 h 6858000"/>
              <a:gd name="csX4" fmla="*/ 10754235 w 12192000"/>
              <a:gd name="csY4" fmla="*/ 5727266 h 6858000"/>
              <a:gd name="csX5" fmla="*/ 10754235 w 12192000"/>
              <a:gd name="csY5" fmla="*/ 5147404 h 6858000"/>
              <a:gd name="csX6" fmla="*/ 2511255 w 12192000"/>
              <a:gd name="csY6" fmla="*/ 5147404 h 6858000"/>
              <a:gd name="csX7" fmla="*/ 2511255 w 12192000"/>
              <a:gd name="csY7" fmla="*/ 3572851 h 6858000"/>
              <a:gd name="csX8" fmla="*/ 1437764 w 12192000"/>
              <a:gd name="csY8" fmla="*/ 2560320 h 6858000"/>
              <a:gd name="csX9" fmla="*/ 1437764 w 12192000"/>
              <a:gd name="csY9" fmla="*/ 3140182 h 6858000"/>
              <a:gd name="csX10" fmla="*/ 10754236 w 12192000"/>
              <a:gd name="csY10" fmla="*/ 3140182 h 6858000"/>
              <a:gd name="csX11" fmla="*/ 10754236 w 12192000"/>
              <a:gd name="csY11" fmla="*/ 2560320 h 6858000"/>
              <a:gd name="csX12" fmla="*/ 0 w 12192000"/>
              <a:gd name="csY12" fmla="*/ 0 h 6858000"/>
              <a:gd name="csX13" fmla="*/ 12192000 w 12192000"/>
              <a:gd name="csY13" fmla="*/ 0 h 6858000"/>
              <a:gd name="csX14" fmla="*/ 12192000 w 12192000"/>
              <a:gd name="csY14" fmla="*/ 6858000 h 6858000"/>
              <a:gd name="csX15" fmla="*/ 0 w 12192000"/>
              <a:gd name="csY15" fmla="*/ 6858000 h 6858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2192000" h="6858000">
                <a:moveTo>
                  <a:pt x="1437763" y="3572851"/>
                </a:moveTo>
                <a:lnTo>
                  <a:pt x="1437763" y="5147404"/>
                </a:lnTo>
                <a:lnTo>
                  <a:pt x="1437763" y="5727266"/>
                </a:lnTo>
                <a:lnTo>
                  <a:pt x="2511255" y="5727266"/>
                </a:lnTo>
                <a:lnTo>
                  <a:pt x="10754235" y="5727266"/>
                </a:lnTo>
                <a:lnTo>
                  <a:pt x="10754235" y="5147404"/>
                </a:lnTo>
                <a:lnTo>
                  <a:pt x="2511255" y="5147404"/>
                </a:lnTo>
                <a:lnTo>
                  <a:pt x="2511255" y="3572851"/>
                </a:lnTo>
                <a:close/>
                <a:moveTo>
                  <a:pt x="1437764" y="2560320"/>
                </a:moveTo>
                <a:lnTo>
                  <a:pt x="1437764" y="3140182"/>
                </a:lnTo>
                <a:lnTo>
                  <a:pt x="10754236" y="3140182"/>
                </a:lnTo>
                <a:lnTo>
                  <a:pt x="10754236" y="2560320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40023007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9ADD19-8A82-86C8-8BD4-C9C84B9820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フリーフォーム: 図形 15">
            <a:extLst>
              <a:ext uri="{FF2B5EF4-FFF2-40B4-BE49-F238E27FC236}">
                <a16:creationId xmlns:a16="http://schemas.microsoft.com/office/drawing/2014/main" id="{F0BBD837-DB64-C438-AB96-63E4C09BE4FB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custGeom>
            <a:avLst/>
            <a:gdLst>
              <a:gd name="csX0" fmla="*/ 0 w 12192000"/>
              <a:gd name="csY0" fmla="*/ 0 h 6858000"/>
              <a:gd name="csX1" fmla="*/ 12192000 w 12192000"/>
              <a:gd name="csY1" fmla="*/ 0 h 6858000"/>
              <a:gd name="csX2" fmla="*/ 12192000 w 12192000"/>
              <a:gd name="csY2" fmla="*/ 4566813 h 6858000"/>
              <a:gd name="csX3" fmla="*/ 12088717 w 12192000"/>
              <a:gd name="csY3" fmla="*/ 4517058 h 6858000"/>
              <a:gd name="csX4" fmla="*/ 11625857 w 12192000"/>
              <a:gd name="csY4" fmla="*/ 4423611 h 6858000"/>
              <a:gd name="csX5" fmla="*/ 10436735 w 12192000"/>
              <a:gd name="csY5" fmla="*/ 5612733 h 6858000"/>
              <a:gd name="csX6" fmla="*/ 11625857 w 12192000"/>
              <a:gd name="csY6" fmla="*/ 6801855 h 6858000"/>
              <a:gd name="csX7" fmla="*/ 12088717 w 12192000"/>
              <a:gd name="csY7" fmla="*/ 6708408 h 6858000"/>
              <a:gd name="csX8" fmla="*/ 12192000 w 12192000"/>
              <a:gd name="csY8" fmla="*/ 6658654 h 6858000"/>
              <a:gd name="csX9" fmla="*/ 12192000 w 12192000"/>
              <a:gd name="csY9" fmla="*/ 6858000 h 6858000"/>
              <a:gd name="csX10" fmla="*/ 0 w 12192000"/>
              <a:gd name="csY10" fmla="*/ 6858000 h 6858000"/>
              <a:gd name="csX11" fmla="*/ 0 w 12192000"/>
              <a:gd name="csY11" fmla="*/ 0 h 6858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4566813"/>
                </a:lnTo>
                <a:lnTo>
                  <a:pt x="12088717" y="4517058"/>
                </a:lnTo>
                <a:cubicBezTo>
                  <a:pt x="11946452" y="4456885"/>
                  <a:pt x="11790040" y="4423611"/>
                  <a:pt x="11625857" y="4423611"/>
                </a:cubicBezTo>
                <a:cubicBezTo>
                  <a:pt x="10969123" y="4423611"/>
                  <a:pt x="10436735" y="4955999"/>
                  <a:pt x="10436735" y="5612733"/>
                </a:cubicBezTo>
                <a:cubicBezTo>
                  <a:pt x="10436735" y="6269467"/>
                  <a:pt x="10969123" y="6801855"/>
                  <a:pt x="11625857" y="6801855"/>
                </a:cubicBezTo>
                <a:cubicBezTo>
                  <a:pt x="11790040" y="6801855"/>
                  <a:pt x="11946452" y="6768581"/>
                  <a:pt x="12088717" y="6708408"/>
                </a:cubicBezTo>
                <a:lnTo>
                  <a:pt x="12192000" y="6658654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41133324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275742-E758-DE0B-656C-EED908133C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フリーフォーム: 図形 7">
            <a:extLst>
              <a:ext uri="{FF2B5EF4-FFF2-40B4-BE49-F238E27FC236}">
                <a16:creationId xmlns:a16="http://schemas.microsoft.com/office/drawing/2014/main" id="{E63BA42D-73C1-33CD-55A8-43E0A6466227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custGeom>
            <a:avLst/>
            <a:gdLst>
              <a:gd name="csX0" fmla="*/ 1437763 w 12192000"/>
              <a:gd name="csY0" fmla="*/ 3572851 h 6858000"/>
              <a:gd name="csX1" fmla="*/ 1437763 w 12192000"/>
              <a:gd name="csY1" fmla="*/ 3987676 h 6858000"/>
              <a:gd name="csX2" fmla="*/ 1437763 w 12192000"/>
              <a:gd name="csY2" fmla="*/ 5727266 h 6858000"/>
              <a:gd name="csX3" fmla="*/ 2511254 w 12192000"/>
              <a:gd name="csY3" fmla="*/ 5727266 h 6858000"/>
              <a:gd name="csX4" fmla="*/ 2511254 w 12192000"/>
              <a:gd name="csY4" fmla="*/ 3987676 h 6858000"/>
              <a:gd name="csX5" fmla="*/ 10754235 w 12192000"/>
              <a:gd name="csY5" fmla="*/ 3987676 h 6858000"/>
              <a:gd name="csX6" fmla="*/ 10754235 w 12192000"/>
              <a:gd name="csY6" fmla="*/ 3572851 h 6858000"/>
              <a:gd name="csX7" fmla="*/ 2511254 w 12192000"/>
              <a:gd name="csY7" fmla="*/ 3572851 h 6858000"/>
              <a:gd name="csX8" fmla="*/ 0 w 12192000"/>
              <a:gd name="csY8" fmla="*/ 0 h 6858000"/>
              <a:gd name="csX9" fmla="*/ 12192000 w 12192000"/>
              <a:gd name="csY9" fmla="*/ 0 h 6858000"/>
              <a:gd name="csX10" fmla="*/ 12192000 w 12192000"/>
              <a:gd name="csY10" fmla="*/ 6858000 h 6858000"/>
              <a:gd name="csX11" fmla="*/ 0 w 12192000"/>
              <a:gd name="csY11" fmla="*/ 6858000 h 6858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12192000" h="6858000">
                <a:moveTo>
                  <a:pt x="1437763" y="3572851"/>
                </a:moveTo>
                <a:lnTo>
                  <a:pt x="1437763" y="3987676"/>
                </a:lnTo>
                <a:lnTo>
                  <a:pt x="1437763" y="5727266"/>
                </a:lnTo>
                <a:lnTo>
                  <a:pt x="2511254" y="5727266"/>
                </a:lnTo>
                <a:lnTo>
                  <a:pt x="2511254" y="3987676"/>
                </a:lnTo>
                <a:lnTo>
                  <a:pt x="10754235" y="3987676"/>
                </a:lnTo>
                <a:lnTo>
                  <a:pt x="10754235" y="3572851"/>
                </a:lnTo>
                <a:lnTo>
                  <a:pt x="2511254" y="3572851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ja-JP" altLang="en-US"/>
          </a:p>
        </p:txBody>
      </p:sp>
      <p:grpSp>
        <p:nvGrpSpPr>
          <p:cNvPr id="9" name="グループ化 8">
            <a:extLst>
              <a:ext uri="{FF2B5EF4-FFF2-40B4-BE49-F238E27FC236}">
                <a16:creationId xmlns:a16="http://schemas.microsoft.com/office/drawing/2014/main" id="{41232866-5A66-C85B-F257-652FACFBA5E2}"/>
              </a:ext>
            </a:extLst>
          </p:cNvPr>
          <p:cNvGrpSpPr/>
          <p:nvPr/>
        </p:nvGrpSpPr>
        <p:grpSpPr>
          <a:xfrm>
            <a:off x="718434" y="4308089"/>
            <a:ext cx="1614399" cy="722865"/>
            <a:chOff x="2328672" y="1310640"/>
            <a:chExt cx="3267456" cy="1463040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grpSp>
          <p:nvGrpSpPr>
            <p:cNvPr id="10" name="グループ化 9">
              <a:extLst>
                <a:ext uri="{FF2B5EF4-FFF2-40B4-BE49-F238E27FC236}">
                  <a16:creationId xmlns:a16="http://schemas.microsoft.com/office/drawing/2014/main" id="{5705B721-1B7B-B514-548A-9DC04F5001B4}"/>
                </a:ext>
              </a:extLst>
            </p:cNvPr>
            <p:cNvGrpSpPr/>
            <p:nvPr/>
          </p:nvGrpSpPr>
          <p:grpSpPr>
            <a:xfrm>
              <a:off x="2328672" y="1310640"/>
              <a:ext cx="3267456" cy="1463040"/>
              <a:chOff x="2663952" y="1414272"/>
              <a:chExt cx="5108448" cy="3023616"/>
            </a:xfrm>
          </p:grpSpPr>
          <p:sp>
            <p:nvSpPr>
              <p:cNvPr id="12" name="思考の吹き出し: 雲形 11">
                <a:extLst>
                  <a:ext uri="{FF2B5EF4-FFF2-40B4-BE49-F238E27FC236}">
                    <a16:creationId xmlns:a16="http://schemas.microsoft.com/office/drawing/2014/main" id="{00EF6743-D3A0-6769-1B99-22BE65B9590F}"/>
                  </a:ext>
                </a:extLst>
              </p:cNvPr>
              <p:cNvSpPr/>
              <p:nvPr/>
            </p:nvSpPr>
            <p:spPr>
              <a:xfrm rot="397592">
                <a:off x="2663952" y="1414272"/>
                <a:ext cx="5108448" cy="3023616"/>
              </a:xfrm>
              <a:prstGeom prst="cloudCallout">
                <a:avLst>
                  <a:gd name="adj1" fmla="val 35504"/>
                  <a:gd name="adj2" fmla="val -95076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200">
                  <a:latin typeface="Cascadia Mono" panose="020B0609020000020004" pitchFamily="49" charset="0"/>
                  <a:cs typeface="Cascadia Mono" panose="020B0609020000020004" pitchFamily="49" charset="0"/>
                </a:endParaRPr>
              </a:p>
            </p:txBody>
          </p:sp>
          <p:sp>
            <p:nvSpPr>
              <p:cNvPr id="13" name="正方形/長方形 12">
                <a:extLst>
                  <a:ext uri="{FF2B5EF4-FFF2-40B4-BE49-F238E27FC236}">
                    <a16:creationId xmlns:a16="http://schemas.microsoft.com/office/drawing/2014/main" id="{BC19A1AA-34FB-201D-505B-5FCE42961F0C}"/>
                  </a:ext>
                </a:extLst>
              </p:cNvPr>
              <p:cNvSpPr/>
              <p:nvPr/>
            </p:nvSpPr>
            <p:spPr>
              <a:xfrm rot="3751454">
                <a:off x="6522721" y="3273552"/>
                <a:ext cx="676656" cy="21945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200">
                  <a:latin typeface="Cascadia Mono" panose="020B0609020000020004" pitchFamily="49" charset="0"/>
                  <a:cs typeface="Cascadia Mono" panose="020B0609020000020004" pitchFamily="49" charset="0"/>
                </a:endParaRPr>
              </a:p>
            </p:txBody>
          </p:sp>
          <p:sp>
            <p:nvSpPr>
              <p:cNvPr id="14" name="正方形/長方形 13">
                <a:extLst>
                  <a:ext uri="{FF2B5EF4-FFF2-40B4-BE49-F238E27FC236}">
                    <a16:creationId xmlns:a16="http://schemas.microsoft.com/office/drawing/2014/main" id="{F47CEE55-57FC-E5EC-90DA-E9E0FB2635E7}"/>
                  </a:ext>
                </a:extLst>
              </p:cNvPr>
              <p:cNvSpPr/>
              <p:nvPr/>
            </p:nvSpPr>
            <p:spPr>
              <a:xfrm>
                <a:off x="2962656" y="2871216"/>
                <a:ext cx="304800" cy="21945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200">
                  <a:latin typeface="Cascadia Mono" panose="020B0609020000020004" pitchFamily="49" charset="0"/>
                  <a:cs typeface="Cascadia Mono" panose="020B0609020000020004" pitchFamily="49" charset="0"/>
                </a:endParaRPr>
              </a:p>
            </p:txBody>
          </p:sp>
          <p:sp>
            <p:nvSpPr>
              <p:cNvPr id="15" name="正方形/長方形 14">
                <a:extLst>
                  <a:ext uri="{FF2B5EF4-FFF2-40B4-BE49-F238E27FC236}">
                    <a16:creationId xmlns:a16="http://schemas.microsoft.com/office/drawing/2014/main" id="{0CDFF352-C922-52EE-6E0E-89E1601EE7FA}"/>
                  </a:ext>
                </a:extLst>
              </p:cNvPr>
              <p:cNvSpPr/>
              <p:nvPr/>
            </p:nvSpPr>
            <p:spPr>
              <a:xfrm rot="20257410">
                <a:off x="7309105" y="2816352"/>
                <a:ext cx="304800" cy="21945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200">
                  <a:latin typeface="Cascadia Mono" panose="020B0609020000020004" pitchFamily="49" charset="0"/>
                  <a:cs typeface="Cascadia Mono" panose="020B0609020000020004" pitchFamily="49" charset="0"/>
                </a:endParaRPr>
              </a:p>
            </p:txBody>
          </p:sp>
        </p:grpSp>
        <p:sp>
          <p:nvSpPr>
            <p:cNvPr id="11" name="正方形/長方形 10">
              <a:extLst>
                <a:ext uri="{FF2B5EF4-FFF2-40B4-BE49-F238E27FC236}">
                  <a16:creationId xmlns:a16="http://schemas.microsoft.com/office/drawing/2014/main" id="{7CEB7DEC-5622-6607-EA59-6DE841E5305E}"/>
                </a:ext>
              </a:extLst>
            </p:cNvPr>
            <p:cNvSpPr/>
            <p:nvPr/>
          </p:nvSpPr>
          <p:spPr>
            <a:xfrm>
              <a:off x="2770073" y="1631130"/>
              <a:ext cx="2484680" cy="76896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1200">
                  <a:solidFill>
                    <a:schemeClr val="tx1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optional</a:t>
              </a:r>
              <a:endParaRPr kumimoji="1" lang="ja-JP" altLang="en-US" sz="1200">
                <a:solidFill>
                  <a:schemeClr val="tx1"/>
                </a:solidFill>
                <a:latin typeface="Cascadia Mono" panose="020B0609020000020004" pitchFamily="49" charset="0"/>
                <a:cs typeface="Cascadia Mono" panose="020B06090200000200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9298660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0D65ED-AB26-B0BD-CED1-C183D7EF3C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3585348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リーフォーム: 図形 3">
            <a:extLst>
              <a:ext uri="{FF2B5EF4-FFF2-40B4-BE49-F238E27FC236}">
                <a16:creationId xmlns:a16="http://schemas.microsoft.com/office/drawing/2014/main" id="{0B9173A0-3250-0ECC-59B2-5D1DDFB22AB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custGeom>
            <a:avLst/>
            <a:gdLst>
              <a:gd name="csX0" fmla="*/ 3123526 w 12192000"/>
              <a:gd name="csY0" fmla="*/ 3706153 h 6858000"/>
              <a:gd name="csX1" fmla="*/ 2184850 w 12192000"/>
              <a:gd name="csY1" fmla="*/ 4644829 h 6858000"/>
              <a:gd name="csX2" fmla="*/ 3123526 w 12192000"/>
              <a:gd name="csY2" fmla="*/ 5583505 h 6858000"/>
              <a:gd name="csX3" fmla="*/ 4062202 w 12192000"/>
              <a:gd name="csY3" fmla="*/ 4644829 h 6858000"/>
              <a:gd name="csX4" fmla="*/ 3123526 w 12192000"/>
              <a:gd name="csY4" fmla="*/ 3706153 h 6858000"/>
              <a:gd name="csX5" fmla="*/ 0 w 12192000"/>
              <a:gd name="csY5" fmla="*/ 0 h 6858000"/>
              <a:gd name="csX6" fmla="*/ 12192000 w 12192000"/>
              <a:gd name="csY6" fmla="*/ 0 h 6858000"/>
              <a:gd name="csX7" fmla="*/ 12192000 w 12192000"/>
              <a:gd name="csY7" fmla="*/ 6858000 h 6858000"/>
              <a:gd name="csX8" fmla="*/ 0 w 12192000"/>
              <a:gd name="csY8" fmla="*/ 6858000 h 6858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2192000" h="6858000">
                <a:moveTo>
                  <a:pt x="3123526" y="3706153"/>
                </a:moveTo>
                <a:cubicBezTo>
                  <a:pt x="2605110" y="3706153"/>
                  <a:pt x="2184850" y="4126413"/>
                  <a:pt x="2184850" y="4644829"/>
                </a:cubicBezTo>
                <a:cubicBezTo>
                  <a:pt x="2184850" y="5163245"/>
                  <a:pt x="2605110" y="5583505"/>
                  <a:pt x="3123526" y="5583505"/>
                </a:cubicBezTo>
                <a:cubicBezTo>
                  <a:pt x="3641942" y="5583505"/>
                  <a:pt x="4062202" y="5163245"/>
                  <a:pt x="4062202" y="4644829"/>
                </a:cubicBezTo>
                <a:cubicBezTo>
                  <a:pt x="4062202" y="4126413"/>
                  <a:pt x="3641942" y="3706153"/>
                  <a:pt x="3123526" y="3706153"/>
                </a:cubicBez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95392056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9CF575-CA67-FBAF-AEDE-63C0B84FD2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フリーフォーム: 図形 6">
            <a:extLst>
              <a:ext uri="{FF2B5EF4-FFF2-40B4-BE49-F238E27FC236}">
                <a16:creationId xmlns:a16="http://schemas.microsoft.com/office/drawing/2014/main" id="{7A7BF9F8-403F-CCF3-1DCA-4C5178743A79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custGeom>
            <a:avLst/>
            <a:gdLst>
              <a:gd name="csX0" fmla="*/ 1437764 w 12192000"/>
              <a:gd name="csY0" fmla="*/ 1556711 h 6858000"/>
              <a:gd name="csX1" fmla="*/ 1437764 w 12192000"/>
              <a:gd name="csY1" fmla="*/ 1980457 h 6858000"/>
              <a:gd name="csX2" fmla="*/ 10754236 w 12192000"/>
              <a:gd name="csY2" fmla="*/ 1980457 h 6858000"/>
              <a:gd name="csX3" fmla="*/ 10754236 w 12192000"/>
              <a:gd name="csY3" fmla="*/ 1556711 h 6858000"/>
              <a:gd name="csX4" fmla="*/ 0 w 12192000"/>
              <a:gd name="csY4" fmla="*/ 0 h 6858000"/>
              <a:gd name="csX5" fmla="*/ 12192000 w 12192000"/>
              <a:gd name="csY5" fmla="*/ 0 h 6858000"/>
              <a:gd name="csX6" fmla="*/ 12192000 w 12192000"/>
              <a:gd name="csY6" fmla="*/ 6858000 h 6858000"/>
              <a:gd name="csX7" fmla="*/ 0 w 12192000"/>
              <a:gd name="csY7" fmla="*/ 6858000 h 6858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92000" h="6858000">
                <a:moveTo>
                  <a:pt x="1437764" y="1556711"/>
                </a:moveTo>
                <a:lnTo>
                  <a:pt x="1437764" y="1980457"/>
                </a:lnTo>
                <a:lnTo>
                  <a:pt x="10754236" y="1980457"/>
                </a:lnTo>
                <a:lnTo>
                  <a:pt x="10754236" y="1556711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247955069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7A083C-92ED-5D3F-2718-CB4655B022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リーフォーム: 図形 3">
            <a:extLst>
              <a:ext uri="{FF2B5EF4-FFF2-40B4-BE49-F238E27FC236}">
                <a16:creationId xmlns:a16="http://schemas.microsoft.com/office/drawing/2014/main" id="{431B914C-0517-EFF7-461B-BF538BEDC1E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custGeom>
            <a:avLst/>
            <a:gdLst>
              <a:gd name="csX0" fmla="*/ 5761530 w 12192000"/>
              <a:gd name="csY0" fmla="*/ 3706153 h 6858000"/>
              <a:gd name="csX1" fmla="*/ 4822854 w 12192000"/>
              <a:gd name="csY1" fmla="*/ 4644829 h 6858000"/>
              <a:gd name="csX2" fmla="*/ 5761530 w 12192000"/>
              <a:gd name="csY2" fmla="*/ 5583505 h 6858000"/>
              <a:gd name="csX3" fmla="*/ 6700206 w 12192000"/>
              <a:gd name="csY3" fmla="*/ 4644829 h 6858000"/>
              <a:gd name="csX4" fmla="*/ 5761530 w 12192000"/>
              <a:gd name="csY4" fmla="*/ 3706153 h 6858000"/>
              <a:gd name="csX5" fmla="*/ 0 w 12192000"/>
              <a:gd name="csY5" fmla="*/ 0 h 6858000"/>
              <a:gd name="csX6" fmla="*/ 12192000 w 12192000"/>
              <a:gd name="csY6" fmla="*/ 0 h 6858000"/>
              <a:gd name="csX7" fmla="*/ 12192000 w 12192000"/>
              <a:gd name="csY7" fmla="*/ 6858000 h 6858000"/>
              <a:gd name="csX8" fmla="*/ 0 w 12192000"/>
              <a:gd name="csY8" fmla="*/ 6858000 h 6858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2192000" h="6858000">
                <a:moveTo>
                  <a:pt x="5761530" y="3706153"/>
                </a:moveTo>
                <a:cubicBezTo>
                  <a:pt x="5243114" y="3706153"/>
                  <a:pt x="4822854" y="4126413"/>
                  <a:pt x="4822854" y="4644829"/>
                </a:cubicBezTo>
                <a:cubicBezTo>
                  <a:pt x="4822854" y="5163245"/>
                  <a:pt x="5243114" y="5583505"/>
                  <a:pt x="5761530" y="5583505"/>
                </a:cubicBezTo>
                <a:cubicBezTo>
                  <a:pt x="6279946" y="5583505"/>
                  <a:pt x="6700206" y="5163245"/>
                  <a:pt x="6700206" y="4644829"/>
                </a:cubicBezTo>
                <a:cubicBezTo>
                  <a:pt x="6700206" y="4126413"/>
                  <a:pt x="6279946" y="3706153"/>
                  <a:pt x="5761530" y="3706153"/>
                </a:cubicBez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1327213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BAB46B-E8FB-94E3-9AA5-8D05E4E30B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リーフォーム: 図形 3">
            <a:extLst>
              <a:ext uri="{FF2B5EF4-FFF2-40B4-BE49-F238E27FC236}">
                <a16:creationId xmlns:a16="http://schemas.microsoft.com/office/drawing/2014/main" id="{1A9F53B5-D40B-7918-A7D6-4475EC4EA8EE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custGeom>
            <a:avLst/>
            <a:gdLst>
              <a:gd name="csX0" fmla="*/ 8496638 w 12192000"/>
              <a:gd name="csY0" fmla="*/ 3859901 h 6858000"/>
              <a:gd name="csX1" fmla="*/ 7557962 w 12192000"/>
              <a:gd name="csY1" fmla="*/ 4798577 h 6858000"/>
              <a:gd name="csX2" fmla="*/ 8496638 w 12192000"/>
              <a:gd name="csY2" fmla="*/ 5737253 h 6858000"/>
              <a:gd name="csX3" fmla="*/ 9435314 w 12192000"/>
              <a:gd name="csY3" fmla="*/ 4798577 h 6858000"/>
              <a:gd name="csX4" fmla="*/ 8496638 w 12192000"/>
              <a:gd name="csY4" fmla="*/ 3859901 h 6858000"/>
              <a:gd name="csX5" fmla="*/ 0 w 12192000"/>
              <a:gd name="csY5" fmla="*/ 0 h 6858000"/>
              <a:gd name="csX6" fmla="*/ 12192000 w 12192000"/>
              <a:gd name="csY6" fmla="*/ 0 h 6858000"/>
              <a:gd name="csX7" fmla="*/ 12192000 w 12192000"/>
              <a:gd name="csY7" fmla="*/ 6858000 h 6858000"/>
              <a:gd name="csX8" fmla="*/ 0 w 12192000"/>
              <a:gd name="csY8" fmla="*/ 6858000 h 6858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2192000" h="6858000">
                <a:moveTo>
                  <a:pt x="8496638" y="3859901"/>
                </a:moveTo>
                <a:cubicBezTo>
                  <a:pt x="7978222" y="3859901"/>
                  <a:pt x="7557962" y="4280161"/>
                  <a:pt x="7557962" y="4798577"/>
                </a:cubicBezTo>
                <a:cubicBezTo>
                  <a:pt x="7557962" y="5316993"/>
                  <a:pt x="7978222" y="5737253"/>
                  <a:pt x="8496638" y="5737253"/>
                </a:cubicBezTo>
                <a:cubicBezTo>
                  <a:pt x="9015054" y="5737253"/>
                  <a:pt x="9435314" y="5316993"/>
                  <a:pt x="9435314" y="4798577"/>
                </a:cubicBezTo>
                <a:cubicBezTo>
                  <a:pt x="9435314" y="4280161"/>
                  <a:pt x="9015054" y="3859901"/>
                  <a:pt x="8496638" y="3859901"/>
                </a:cubicBez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268605908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A5E04C-770F-1B90-ADDC-F9670DC639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リーフォーム: 図形 3">
            <a:extLst>
              <a:ext uri="{FF2B5EF4-FFF2-40B4-BE49-F238E27FC236}">
                <a16:creationId xmlns:a16="http://schemas.microsoft.com/office/drawing/2014/main" id="{94C47695-8592-4C34-5043-92953CA80837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custGeom>
            <a:avLst/>
            <a:gdLst>
              <a:gd name="csX0" fmla="*/ 1437764 w 12192000"/>
              <a:gd name="csY0" fmla="*/ 1980456 h 6858000"/>
              <a:gd name="csX1" fmla="*/ 1437764 w 12192000"/>
              <a:gd name="csY1" fmla="*/ 2560319 h 6858000"/>
              <a:gd name="csX2" fmla="*/ 10754236 w 12192000"/>
              <a:gd name="csY2" fmla="*/ 2560319 h 6858000"/>
              <a:gd name="csX3" fmla="*/ 10754236 w 12192000"/>
              <a:gd name="csY3" fmla="*/ 1980456 h 6858000"/>
              <a:gd name="csX4" fmla="*/ 0 w 12192000"/>
              <a:gd name="csY4" fmla="*/ 0 h 6858000"/>
              <a:gd name="csX5" fmla="*/ 12192000 w 12192000"/>
              <a:gd name="csY5" fmla="*/ 0 h 6858000"/>
              <a:gd name="csX6" fmla="*/ 12192000 w 12192000"/>
              <a:gd name="csY6" fmla="*/ 6858000 h 6858000"/>
              <a:gd name="csX7" fmla="*/ 0 w 12192000"/>
              <a:gd name="csY7" fmla="*/ 6858000 h 6858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92000" h="6858000">
                <a:moveTo>
                  <a:pt x="1437764" y="1980456"/>
                </a:moveTo>
                <a:lnTo>
                  <a:pt x="1437764" y="2560319"/>
                </a:lnTo>
                <a:lnTo>
                  <a:pt x="10754236" y="2560319"/>
                </a:lnTo>
                <a:lnTo>
                  <a:pt x="10754236" y="1980456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56473448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C6B6AD6F-19C1-E875-E68D-2F2AE2A587A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95009" y="1421888"/>
            <a:ext cx="6601981" cy="4014224"/>
          </a:xfrm>
          <a:prstGeom prst="rect">
            <a:avLst/>
          </a:prstGeom>
          <a:ln>
            <a:solidFill>
              <a:schemeClr val="accent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7931989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129</TotalTime>
  <Words>2</Words>
  <Application>Microsoft Office PowerPoint</Application>
  <PresentationFormat>ワイド画面</PresentationFormat>
  <Paragraphs>2</Paragraphs>
  <Slides>18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2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18</vt:i4>
      </vt:variant>
    </vt:vector>
  </HeadingPairs>
  <TitlesOfParts>
    <vt:vector size="21" baseType="lpstr">
      <vt:lpstr>Arial</vt:lpstr>
      <vt:lpstr>Cascadia Mono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中山 一紀</dc:creator>
  <cp:lastModifiedBy>中山 一紀</cp:lastModifiedBy>
  <cp:revision>14</cp:revision>
  <dcterms:created xsi:type="dcterms:W3CDTF">2026-06-07T05:51:28Z</dcterms:created>
  <dcterms:modified xsi:type="dcterms:W3CDTF">2026-07-25T07:32:33Z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defa4170-0d19-0005-0004-bc88714345d2_Enabled">
    <vt:lpwstr>true</vt:lpwstr>
  </property>
  <property fmtid="{D5CDD505-2E9C-101B-9397-08002B2CF9AE}" pid="3" name="MSIP_Label_defa4170-0d19-0005-0004-bc88714345d2_SetDate">
    <vt:lpwstr>2026-06-07T06:28:46Z</vt:lpwstr>
  </property>
  <property fmtid="{D5CDD505-2E9C-101B-9397-08002B2CF9AE}" pid="4" name="MSIP_Label_defa4170-0d19-0005-0004-bc88714345d2_Method">
    <vt:lpwstr>Standard</vt:lpwstr>
  </property>
  <property fmtid="{D5CDD505-2E9C-101B-9397-08002B2CF9AE}" pid="5" name="MSIP_Label_defa4170-0d19-0005-0004-bc88714345d2_Name">
    <vt:lpwstr>defa4170-0d19-0005-0004-bc88714345d2</vt:lpwstr>
  </property>
  <property fmtid="{D5CDD505-2E9C-101B-9397-08002B2CF9AE}" pid="6" name="MSIP_Label_defa4170-0d19-0005-0004-bc88714345d2_SiteId">
    <vt:lpwstr>d8c9785c-7bbf-4b6c-bf29-15e4982bfb86</vt:lpwstr>
  </property>
  <property fmtid="{D5CDD505-2E9C-101B-9397-08002B2CF9AE}" pid="7" name="MSIP_Label_defa4170-0d19-0005-0004-bc88714345d2_ActionId">
    <vt:lpwstr>29d43962-aa3e-4636-a88e-5509e80ecd3e</vt:lpwstr>
  </property>
  <property fmtid="{D5CDD505-2E9C-101B-9397-08002B2CF9AE}" pid="8" name="MSIP_Label_defa4170-0d19-0005-0004-bc88714345d2_ContentBits">
    <vt:lpwstr>0</vt:lpwstr>
  </property>
  <property fmtid="{D5CDD505-2E9C-101B-9397-08002B2CF9AE}" pid="9" name="MSIP_Label_defa4170-0d19-0005-0004-bc88714345d2_Tag">
    <vt:lpwstr>10, 3, 0, 1</vt:lpwstr>
  </property>
</Properties>
</file>