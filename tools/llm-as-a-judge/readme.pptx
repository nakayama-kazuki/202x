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95" r:id="rId3"/>
    <p:sldId id="258" r:id="rId4"/>
    <p:sldId id="273" r:id="rId5"/>
    <p:sldId id="296" r:id="rId6"/>
    <p:sldId id="262" r:id="rId7"/>
    <p:sldId id="297" r:id="rId8"/>
    <p:sldId id="264" r:id="rId9"/>
    <p:sldId id="298" r:id="rId10"/>
    <p:sldId id="301" r:id="rId11"/>
    <p:sldId id="302" r:id="rId12"/>
    <p:sldId id="266" r:id="rId13"/>
    <p:sldId id="259" r:id="rId14"/>
    <p:sldId id="299" r:id="rId15"/>
    <p:sldId id="268" r:id="rId16"/>
    <p:sldId id="270" r:id="rId17"/>
    <p:sldId id="300" r:id="rId18"/>
    <p:sldId id="272" r:id="rId1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7419" autoAdjust="0"/>
  </p:normalViewPr>
  <p:slideViewPr>
    <p:cSldViewPr snapToGrid="0">
      <p:cViewPr varScale="1">
        <p:scale>
          <a:sx n="75" d="100"/>
          <a:sy n="75" d="100"/>
        </p:scale>
        <p:origin x="52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827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E048933-B33C-5058-74B1-095157AC864B}"/>
              </a:ext>
            </a:extLst>
          </p:cNvPr>
          <p:cNvGrpSpPr/>
          <p:nvPr userDrawn="1"/>
        </p:nvGrpSpPr>
        <p:grpSpPr>
          <a:xfrm>
            <a:off x="1818074" y="2302309"/>
            <a:ext cx="9611004" cy="3835666"/>
            <a:chOff x="1434914" y="1511167"/>
            <a:chExt cx="9611004" cy="383566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C57D1CB-3747-4F53-C3C0-3CC5357D47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4292184"/>
              <a:ext cx="1054649" cy="1054649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3D59492-DF29-1336-C168-9F51DC922A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2901675"/>
              <a:ext cx="1054649" cy="1054649"/>
            </a:xfrm>
            <a:prstGeom prst="ellipse">
              <a:avLst/>
            </a:prstGeom>
            <a:ln w="3175">
              <a:solidFill>
                <a:srgbClr val="0973FC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DF95804D-2A76-2110-EB14-809EFD4C026E}"/>
                </a:ext>
              </a:extLst>
            </p:cNvPr>
            <p:cNvGrpSpPr/>
            <p:nvPr userDrawn="1"/>
          </p:nvGrpSpPr>
          <p:grpSpPr>
            <a:xfrm>
              <a:off x="1434914" y="1511167"/>
              <a:ext cx="1054649" cy="1054649"/>
              <a:chOff x="2036902" y="1420555"/>
              <a:chExt cx="682753" cy="682753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87BBA87B-208B-942C-C603-BA2FFDED6E6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12" name="グラフィックス 2">
                <a:extLst>
                  <a:ext uri="{FF2B5EF4-FFF2-40B4-BE49-F238E27FC236}">
                    <a16:creationId xmlns:a16="http://schemas.microsoft.com/office/drawing/2014/main" id="{933F8E1A-30D5-A110-8987-8C67D57E978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8" name="テキスト ボックス 8">
              <a:extLst>
                <a:ext uri="{FF2B5EF4-FFF2-40B4-BE49-F238E27FC236}">
                  <a16:creationId xmlns:a16="http://schemas.microsoft.com/office/drawing/2014/main" id="{9659DDC8-B2DC-F888-BD58-2A49352CF32A}"/>
                </a:ext>
              </a:extLst>
            </p:cNvPr>
            <p:cNvSpPr txBox="1"/>
            <p:nvPr userDrawn="1"/>
          </p:nvSpPr>
          <p:spPr>
            <a:xfrm>
              <a:off x="3078480" y="1848502"/>
              <a:ext cx="4928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548235"/>
                  </a:solidFill>
                </a:rPr>
                <a:t>You: You need text processed by an LLM.</a:t>
              </a:r>
            </a:p>
          </p:txBody>
        </p:sp>
        <p:sp>
          <p:nvSpPr>
            <p:cNvPr id="9" name="テキスト ボックス 9">
              <a:extLst>
                <a:ext uri="{FF2B5EF4-FFF2-40B4-BE49-F238E27FC236}">
                  <a16:creationId xmlns:a16="http://schemas.microsoft.com/office/drawing/2014/main" id="{C46D9E2F-F14D-4F49-BB28-4514C9476613}"/>
                </a:ext>
              </a:extLst>
            </p:cNvPr>
            <p:cNvSpPr txBox="1"/>
            <p:nvPr userDrawn="1"/>
          </p:nvSpPr>
          <p:spPr>
            <a:xfrm>
              <a:off x="3078480" y="3244333"/>
              <a:ext cx="7613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0F73FC"/>
                  </a:solidFill>
                </a:rPr>
                <a:t>Robot-J: "J" stands for "Judge". It</a:t>
              </a:r>
              <a:r>
                <a:rPr lang="ja-JP" altLang="ja-JP">
                  <a:solidFill>
                    <a:srgbClr val="0F73FC"/>
                  </a:solidFill>
                </a:rPr>
                <a:t> evaluates the processed text.</a:t>
              </a:r>
            </a:p>
          </p:txBody>
        </p:sp>
        <p:sp>
          <p:nvSpPr>
            <p:cNvPr id="10" name="テキスト ボックス 10">
              <a:extLst>
                <a:ext uri="{FF2B5EF4-FFF2-40B4-BE49-F238E27FC236}">
                  <a16:creationId xmlns:a16="http://schemas.microsoft.com/office/drawing/2014/main" id="{90687AEA-F084-6422-C95B-C1EDB0AA9961}"/>
                </a:ext>
              </a:extLst>
            </p:cNvPr>
            <p:cNvSpPr txBox="1"/>
            <p:nvPr userDrawn="1"/>
          </p:nvSpPr>
          <p:spPr>
            <a:xfrm>
              <a:off x="3078480" y="4640164"/>
              <a:ext cx="79674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F8191A"/>
                  </a:solidFill>
                </a:rPr>
                <a:t>Robot-G: "G" stands for "Generate". It generates the processed text.</a:t>
              </a:r>
            </a:p>
          </p:txBody>
        </p: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3F766C9-0082-8FCE-8CCE-9C011FBB4492}"/>
              </a:ext>
            </a:extLst>
          </p:cNvPr>
          <p:cNvSpPr/>
          <p:nvPr userDrawn="1"/>
        </p:nvSpPr>
        <p:spPr>
          <a:xfrm>
            <a:off x="762921" y="720024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Legend</a:t>
            </a:r>
            <a:endParaRPr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519562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C74A805-1961-F34F-C862-5A6ACB7E7EC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276514818"/>
              </p:ext>
            </p:extLst>
          </p:nvPr>
        </p:nvGraphicFramePr>
        <p:xfrm>
          <a:off x="1439080" y="274320"/>
          <a:ext cx="9313840" cy="63093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76173">
                  <a:extLst>
                    <a:ext uri="{9D8B030D-6E8A-4147-A177-3AD203B41FA5}">
                      <a16:colId xmlns:a16="http://schemas.microsoft.com/office/drawing/2014/main" val="2777621706"/>
                    </a:ext>
                  </a:extLst>
                </a:gridCol>
                <a:gridCol w="1783607">
                  <a:extLst>
                    <a:ext uri="{9D8B030D-6E8A-4147-A177-3AD203B41FA5}">
                      <a16:colId xmlns:a16="http://schemas.microsoft.com/office/drawing/2014/main" val="308123450"/>
                    </a:ext>
                  </a:extLst>
                </a:gridCol>
                <a:gridCol w="6454060">
                  <a:extLst>
                    <a:ext uri="{9D8B030D-6E8A-4147-A177-3AD203B41FA5}">
                      <a16:colId xmlns:a16="http://schemas.microsoft.com/office/drawing/2014/main" val="295209452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solidFill>
                            <a:schemeClr val="bg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resource</a:t>
                      </a:r>
                      <a:endParaRPr kumimoji="1" lang="ja-JP" altLang="en-US" sz="1000">
                        <a:solidFill>
                          <a:schemeClr val="bg1"/>
                        </a:solidFill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solidFill>
                            <a:schemeClr val="bg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note</a:t>
                      </a:r>
                      <a:endParaRPr kumimoji="1" lang="ja-JP" altLang="en-US" sz="1000">
                        <a:solidFill>
                          <a:schemeClr val="bg1"/>
                        </a:solidFill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0255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.env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File containing LLM API credentials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497218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Common definitions and common processing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9635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llmj-generate.py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uses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to transform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source/*.txt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and generates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836238"/>
                  </a:ext>
                </a:extLst>
              </a:tr>
              <a:tr h="357067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llmj-judge.py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evaluates the contents of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against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and writes the results to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</a:t>
                      </a:r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, and 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generates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work/report.html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based on it.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762670"/>
                  </a:ext>
                </a:extLst>
              </a:tr>
              <a:tr h="357067"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*.json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JSON defines the criteria used for both initial prompt template generation and LLM-as-a-Judge evaluation.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978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source/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*.txt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TXT file contains the original text.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082791"/>
                  </a:ext>
                </a:extLst>
              </a:tr>
              <a:tr h="357067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supports/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llmj-configure.py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It generates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work/rubric-stats.json</a:t>
                      </a:r>
                      <a:r>
                        <a:rPr kumimoji="1" lang="en-US" altLang="ja-JP" sz="1000" b="0" i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for statistical analysis of the judge results.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504222"/>
                  </a:ext>
                </a:extLst>
              </a:tr>
              <a:tr h="357067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llmj-fake-source.py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It generates a large number of text files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in source/*.txt</a:t>
                      </a:r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 Please use them as input data for quality verification.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5486968"/>
                  </a:ext>
                </a:extLst>
              </a:tr>
              <a:tr h="357067">
                <a:tc v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llmj-initial.py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generates prompt templates from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and writes them to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 These prompts serve as a baseline for human tuning.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967045"/>
                  </a:ext>
                </a:extLst>
              </a:tr>
              <a:tr h="35706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llmj-feedback.py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provides improvement suggestions for the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or for specific gold data in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 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based on the evaluation results of the gold data.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08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supports/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template-*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These templates are used by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*.py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scripts.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418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directory contains generated outputs such as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,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*.xlsx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, and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report.html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5005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C685F195-4AAC-772F-5C9E-73F1253140F0}"/>
              </a:ext>
            </a:extLst>
          </p:cNvPr>
          <p:cNvGrpSpPr/>
          <p:nvPr userDrawn="1"/>
        </p:nvGrpSpPr>
        <p:grpSpPr>
          <a:xfrm>
            <a:off x="347314" y="922978"/>
            <a:ext cx="11572018" cy="5580536"/>
            <a:chOff x="237162" y="805781"/>
            <a:chExt cx="11572018" cy="558053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FC14109F-EF12-DDDA-54F3-6582B04035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346712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0AB7F6F8-8617-5C67-FAD7-8B0841BED55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1309994"/>
              <a:ext cx="545556" cy="54555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9860635-BE6A-9479-E69A-CBCF6820740C}"/>
                </a:ext>
              </a:extLst>
            </p:cNvPr>
            <p:cNvSpPr/>
            <p:nvPr userDrawn="1"/>
          </p:nvSpPr>
          <p:spPr>
            <a:xfrm>
              <a:off x="1331676" y="3467129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create the gold data.</a:t>
              </a:r>
              <a:endParaRPr kumimoji="1" lang="ja-JP" altLang="en-US" sz="800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634A158-3AF9-E224-CF9E-BD0D9CC1991B}"/>
                </a:ext>
              </a:extLst>
            </p:cNvPr>
            <p:cNvSpPr/>
            <p:nvPr userDrawn="1"/>
          </p:nvSpPr>
          <p:spPr>
            <a:xfrm>
              <a:off x="3880390" y="346712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define evaluation rules from the gold data.</a:t>
              </a:r>
              <a:endParaRPr lang="ja-JP" altLang="en-US" sz="80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E45C595-E235-930D-BC61-9B65B624D1CF}"/>
                </a:ext>
              </a:extLst>
            </p:cNvPr>
            <p:cNvSpPr/>
            <p:nvPr userDrawn="1"/>
          </p:nvSpPr>
          <p:spPr>
            <a:xfrm>
              <a:off x="6429103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is created based on the rules.</a:t>
              </a:r>
              <a:endParaRPr lang="ja-JP" altLang="en-US" sz="80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3625C06-63A8-8D61-B505-336DEA7B395C}"/>
                </a:ext>
              </a:extLst>
            </p:cNvPr>
            <p:cNvSpPr/>
            <p:nvPr userDrawn="1"/>
          </p:nvSpPr>
          <p:spPr>
            <a:xfrm>
              <a:off x="8817458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gold data.</a:t>
              </a:r>
              <a:endParaRPr lang="ja-JP" altLang="en-US" sz="80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8F545E14-EC59-E277-C61D-AF28D4F5D6DF}"/>
                </a:ext>
              </a:extLst>
            </p:cNvPr>
            <p:cNvSpPr/>
            <p:nvPr userDrawn="1"/>
          </p:nvSpPr>
          <p:spPr>
            <a:xfrm>
              <a:off x="6429102" y="130999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Robot-J.</a:t>
              </a:r>
              <a:endParaRPr lang="ja-JP" altLang="en-US" sz="800"/>
            </a:p>
          </p:txBody>
        </p:sp>
        <p:sp>
          <p:nvSpPr>
            <p:cNvPr id="19" name="フローチャート: 書類 18">
              <a:extLst>
                <a:ext uri="{FF2B5EF4-FFF2-40B4-BE49-F238E27FC236}">
                  <a16:creationId xmlns:a16="http://schemas.microsoft.com/office/drawing/2014/main" id="{E3EA254B-CD4B-271E-F040-C40EE7E02F9A}"/>
                </a:ext>
              </a:extLst>
            </p:cNvPr>
            <p:cNvSpPr/>
            <p:nvPr userDrawn="1"/>
          </p:nvSpPr>
          <p:spPr>
            <a:xfrm>
              <a:off x="5367263" y="350735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evaluation</a:t>
              </a:r>
            </a:p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rules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0" name="フローチャート: 書類 19">
              <a:extLst>
                <a:ext uri="{FF2B5EF4-FFF2-40B4-BE49-F238E27FC236}">
                  <a16:creationId xmlns:a16="http://schemas.microsoft.com/office/drawing/2014/main" id="{E36ECAFC-3874-DCE3-DF7B-79FB016551C3}"/>
                </a:ext>
              </a:extLst>
            </p:cNvPr>
            <p:cNvSpPr/>
            <p:nvPr userDrawn="1"/>
          </p:nvSpPr>
          <p:spPr>
            <a:xfrm>
              <a:off x="2818549" y="350522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gold data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07AB0502-5C15-C671-EFCC-1A895278E71B}"/>
                </a:ext>
              </a:extLst>
            </p:cNvPr>
            <p:cNvSpPr/>
            <p:nvPr userDrawn="1"/>
          </p:nvSpPr>
          <p:spPr>
            <a:xfrm>
              <a:off x="10524853" y="4019035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C4573967-9CCD-7A0B-091F-CC6DAA656FB9}"/>
                </a:ext>
              </a:extLst>
            </p:cNvPr>
            <p:cNvSpPr/>
            <p:nvPr userDrawn="1"/>
          </p:nvSpPr>
          <p:spPr>
            <a:xfrm>
              <a:off x="10524852" y="3099350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11BD9CD-816E-2BA4-FDA8-51C1E9C215AE}"/>
                </a:ext>
              </a:extLst>
            </p:cNvPr>
            <p:cNvSpPr/>
            <p:nvPr userDrawn="1"/>
          </p:nvSpPr>
          <p:spPr>
            <a:xfrm>
              <a:off x="5154746" y="432260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Ver.1 is created based on the rules.</a:t>
              </a:r>
              <a:endParaRPr lang="ja-JP" altLang="en-US" sz="800"/>
            </a:p>
          </p:txBody>
        </p: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701B41CA-63F0-3424-0409-3970A0AFBEB8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10524851" y="3281838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EE0F895E-DFFF-4DEE-3D1D-43B459C7412F}"/>
                </a:ext>
              </a:extLst>
            </p:cNvPr>
            <p:cNvCxnSpPr>
              <a:cxnSpLocks/>
              <a:stCxn id="17" idx="3"/>
            </p:cNvCxnSpPr>
            <p:nvPr userDrawn="1"/>
          </p:nvCxnSpPr>
          <p:spPr>
            <a:xfrm>
              <a:off x="9948403" y="3746257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60DF5A24-2D44-85A5-2934-BE7A202C5F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011335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B5E63D1-F771-3AD6-9B43-749ED163060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73174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D2F80295-A743-05B8-8896-776E2AE7A1D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3748507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C8D4A5C3-31FD-5390-92DB-16C1DED0F6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461530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5845EB22-8A15-2E38-FE2B-3BE247C59C6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462622" y="3738820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5D717C68-C241-4F6D-FB8A-0A1B882F022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24462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63F0DCB3-EA90-5042-0DFA-824DDCBD5505}"/>
                </a:ext>
              </a:extLst>
            </p:cNvPr>
            <p:cNvCxnSpPr>
              <a:cxnSpLocks/>
              <a:stCxn id="19" idx="2"/>
              <a:endCxn id="23" idx="0"/>
            </p:cNvCxnSpPr>
            <p:nvPr userDrawn="1"/>
          </p:nvCxnSpPr>
          <p:spPr>
            <a:xfrm flipH="1">
              <a:off x="5720219" y="3957546"/>
              <a:ext cx="1" cy="365058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C8B42DEF-0698-4FAC-338F-0E6DD58739E3}"/>
                </a:ext>
              </a:extLst>
            </p:cNvPr>
            <p:cNvCxnSpPr>
              <a:cxnSpLocks/>
              <a:stCxn id="23" idx="2"/>
            </p:cNvCxnSpPr>
            <p:nvPr userDrawn="1"/>
          </p:nvCxnSpPr>
          <p:spPr>
            <a:xfrm flipH="1">
              <a:off x="5720218" y="4868160"/>
              <a:ext cx="1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6E9FEAA-106D-176E-3B38-C9411A58C9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959800" y="2614584"/>
              <a:ext cx="849743" cy="84974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0658ADDD-B339-5103-7138-7062B088C1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158277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F3AE58C-9239-DD8E-7660-6E30283A3FE0}"/>
                </a:ext>
              </a:extLst>
            </p:cNvPr>
            <p:cNvCxnSpPr>
              <a:cxnSpLocks/>
              <a:stCxn id="13" idx="6"/>
              <a:endCxn id="17" idx="0"/>
            </p:cNvCxnSpPr>
            <p:nvPr userDrawn="1"/>
          </p:nvCxnSpPr>
          <p:spPr>
            <a:xfrm>
              <a:off x="8461531" y="1582772"/>
              <a:ext cx="921400" cy="1890707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D34F3F57-2879-BC3F-B0DC-042F96590304}"/>
                </a:ext>
              </a:extLst>
            </p:cNvPr>
            <p:cNvCxnSpPr>
              <a:cxnSpLocks/>
              <a:stCxn id="22" idx="3"/>
              <a:endCxn id="18" idx="1"/>
            </p:cNvCxnSpPr>
            <p:nvPr userDrawn="1"/>
          </p:nvCxnSpPr>
          <p:spPr>
            <a:xfrm flipH="1" flipV="1">
              <a:off x="6429102" y="1582772"/>
              <a:ext cx="4852353" cy="1699067"/>
            </a:xfrm>
            <a:prstGeom prst="bentConnector5">
              <a:avLst>
                <a:gd name="adj1" fmla="val -4711"/>
                <a:gd name="adj2" fmla="val 164945"/>
                <a:gd name="adj3" fmla="val 114622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コネクタ: カギ線 37">
              <a:extLst>
                <a:ext uri="{FF2B5EF4-FFF2-40B4-BE49-F238E27FC236}">
                  <a16:creationId xmlns:a16="http://schemas.microsoft.com/office/drawing/2014/main" id="{BE164225-F56F-5DA8-0ACB-3A0ACA0B6D94}"/>
                </a:ext>
              </a:extLst>
            </p:cNvPr>
            <p:cNvCxnSpPr>
              <a:cxnSpLocks/>
              <a:stCxn id="20" idx="0"/>
            </p:cNvCxnSpPr>
            <p:nvPr userDrawn="1"/>
          </p:nvCxnSpPr>
          <p:spPr>
            <a:xfrm rot="5400000" flipH="1" flipV="1">
              <a:off x="5120331" y="665760"/>
              <a:ext cx="890645" cy="4788294"/>
            </a:xfrm>
            <a:prstGeom prst="bentConnector3">
              <a:avLst>
                <a:gd name="adj1" fmla="val 1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四角形: 角を丸くする 38">
              <a:extLst>
                <a:ext uri="{FF2B5EF4-FFF2-40B4-BE49-F238E27FC236}">
                  <a16:creationId xmlns:a16="http://schemas.microsoft.com/office/drawing/2014/main" id="{9AF42373-2417-24E0-73B4-1E561DF848D3}"/>
                </a:ext>
              </a:extLst>
            </p:cNvPr>
            <p:cNvSpPr/>
            <p:nvPr userDrawn="1"/>
          </p:nvSpPr>
          <p:spPr>
            <a:xfrm>
              <a:off x="237162" y="3622001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step1</a:t>
              </a:r>
              <a:endParaRPr lang="ja-JP" altLang="en-US" sz="800"/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0BF44DC6-DB9B-ACAA-2A31-187D413F18BF}"/>
                </a:ext>
              </a:extLst>
            </p:cNvPr>
            <p:cNvSpPr/>
            <p:nvPr userDrawn="1"/>
          </p:nvSpPr>
          <p:spPr>
            <a:xfrm>
              <a:off x="5427240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D4EE8F8D-C320-40B8-A563-6D0A48481BB8}"/>
                </a:ext>
              </a:extLst>
            </p:cNvPr>
            <p:cNvSpPr/>
            <p:nvPr userDrawn="1"/>
          </p:nvSpPr>
          <p:spPr>
            <a:xfrm>
              <a:off x="11214766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9C1DAAC-838C-C098-65CA-411A4578D5AA}"/>
                </a:ext>
              </a:extLst>
            </p:cNvPr>
            <p:cNvCxnSpPr>
              <a:cxnSpLocks/>
              <a:stCxn id="39" idx="3"/>
              <a:endCxn id="14" idx="1"/>
            </p:cNvCxnSpPr>
            <p:nvPr userDrawn="1"/>
          </p:nvCxnSpPr>
          <p:spPr>
            <a:xfrm flipV="1">
              <a:off x="831576" y="3739907"/>
              <a:ext cx="500100" cy="3175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6C5EF9DC-BF7E-6EE8-8059-6C9DBC805AF4}"/>
                </a:ext>
              </a:extLst>
            </p:cNvPr>
            <p:cNvCxnSpPr>
              <a:cxnSpLocks/>
              <a:endCxn id="40" idx="0"/>
            </p:cNvCxnSpPr>
            <p:nvPr userDrawn="1"/>
          </p:nvCxnSpPr>
          <p:spPr>
            <a:xfrm>
              <a:off x="5720218" y="5778936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513E2114-6E2A-0D2A-BA2B-F61911432F92}"/>
                </a:ext>
              </a:extLst>
            </p:cNvPr>
            <p:cNvGrpSpPr/>
            <p:nvPr userDrawn="1"/>
          </p:nvGrpSpPr>
          <p:grpSpPr>
            <a:xfrm>
              <a:off x="1644287" y="2959672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60" name="楕円 59">
                <a:extLst>
                  <a:ext uri="{FF2B5EF4-FFF2-40B4-BE49-F238E27FC236}">
                    <a16:creationId xmlns:a16="http://schemas.microsoft.com/office/drawing/2014/main" id="{CBB23CCA-0020-9542-9EA5-D119D6E38FBE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61" name="グラフィックス 2">
                <a:extLst>
                  <a:ext uri="{FF2B5EF4-FFF2-40B4-BE49-F238E27FC236}">
                    <a16:creationId xmlns:a16="http://schemas.microsoft.com/office/drawing/2014/main" id="{FDDAE3C1-4FDB-A03D-3AD2-819BDBFC9680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CF12B543-9BE0-EA2A-FB3C-AE2956C737BC}"/>
                </a:ext>
              </a:extLst>
            </p:cNvPr>
            <p:cNvGrpSpPr/>
            <p:nvPr userDrawn="1"/>
          </p:nvGrpSpPr>
          <p:grpSpPr>
            <a:xfrm>
              <a:off x="4193001" y="2953613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8" name="楕円 57">
                <a:extLst>
                  <a:ext uri="{FF2B5EF4-FFF2-40B4-BE49-F238E27FC236}">
                    <a16:creationId xmlns:a16="http://schemas.microsoft.com/office/drawing/2014/main" id="{BA0C4B82-A11A-C880-FCE2-BD4B1F1BE408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9" name="グラフィックス 2">
                <a:extLst>
                  <a:ext uri="{FF2B5EF4-FFF2-40B4-BE49-F238E27FC236}">
                    <a16:creationId xmlns:a16="http://schemas.microsoft.com/office/drawing/2014/main" id="{B5E2B317-524F-FDB2-C5BD-DB60B6FC6D11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C809CBA6-1B48-47F4-163B-3304EB2400DA}"/>
                </a:ext>
              </a:extLst>
            </p:cNvPr>
            <p:cNvGrpSpPr/>
            <p:nvPr userDrawn="1"/>
          </p:nvGrpSpPr>
          <p:grpSpPr>
            <a:xfrm>
              <a:off x="6721795" y="805781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8D18A717-52A3-8158-665B-6F7B0A43C03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AD932C21-846E-896C-8154-36AF9D2AF29E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47" name="図 46">
              <a:extLst>
                <a:ext uri="{FF2B5EF4-FFF2-40B4-BE49-F238E27FC236}">
                  <a16:creationId xmlns:a16="http://schemas.microsoft.com/office/drawing/2014/main" id="{391F452F-9018-B941-0CFE-5B7D35AA8D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39196" y="523337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cxnSp>
          <p:nvCxnSpPr>
            <p:cNvPr id="48" name="コネクタ: カギ線 47">
              <a:extLst>
                <a:ext uri="{FF2B5EF4-FFF2-40B4-BE49-F238E27FC236}">
                  <a16:creationId xmlns:a16="http://schemas.microsoft.com/office/drawing/2014/main" id="{C300DCBB-940E-002C-FD37-B9B0134D1626}"/>
                </a:ext>
              </a:extLst>
            </p:cNvPr>
            <p:cNvCxnSpPr>
              <a:cxnSpLocks/>
              <a:stCxn id="21" idx="3"/>
              <a:endCxn id="47" idx="0"/>
            </p:cNvCxnSpPr>
            <p:nvPr userDrawn="1"/>
          </p:nvCxnSpPr>
          <p:spPr>
            <a:xfrm>
              <a:off x="11281456" y="4201524"/>
              <a:ext cx="230518" cy="1031855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E31B23A-63D3-8AFB-BCF4-379BF60D6F7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511973" y="5778934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9B437D7A-6B13-0044-8B1B-E9ECA4390D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144" y="5233379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7C8BE6D-58B2-260C-5124-C037AE6975DB}"/>
                </a:ext>
              </a:extLst>
            </p:cNvPr>
            <p:cNvGrpSpPr/>
            <p:nvPr userDrawn="1"/>
          </p:nvGrpSpPr>
          <p:grpSpPr>
            <a:xfrm>
              <a:off x="788182" y="2377013"/>
              <a:ext cx="788106" cy="560713"/>
              <a:chOff x="781940" y="2377013"/>
              <a:chExt cx="788106" cy="560713"/>
            </a:xfrm>
          </p:grpSpPr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AFF307B2-3368-FF7B-B984-1323576BFC75}"/>
                  </a:ext>
                </a:extLst>
              </p:cNvPr>
              <p:cNvSpPr/>
              <p:nvPr userDrawn="1"/>
            </p:nvSpPr>
            <p:spPr>
              <a:xfrm>
                <a:off x="864133" y="2377013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4" name="フローチャート: 書類 53">
                <a:extLst>
                  <a:ext uri="{FF2B5EF4-FFF2-40B4-BE49-F238E27FC236}">
                    <a16:creationId xmlns:a16="http://schemas.microsoft.com/office/drawing/2014/main" id="{475854A1-4708-A412-790C-FC7AFC4B75ED}"/>
                  </a:ext>
                </a:extLst>
              </p:cNvPr>
              <p:cNvSpPr/>
              <p:nvPr userDrawn="1"/>
            </p:nvSpPr>
            <p:spPr>
              <a:xfrm>
                <a:off x="823036" y="2418109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5" name="フローチャート: 書類 54">
                <a:extLst>
                  <a:ext uri="{FF2B5EF4-FFF2-40B4-BE49-F238E27FC236}">
                    <a16:creationId xmlns:a16="http://schemas.microsoft.com/office/drawing/2014/main" id="{36CEC9FE-E967-F3AF-0F0B-8F3CFFDF6B7D}"/>
                  </a:ext>
                </a:extLst>
              </p:cNvPr>
              <p:cNvSpPr/>
              <p:nvPr userDrawn="1"/>
            </p:nvSpPr>
            <p:spPr>
              <a:xfrm>
                <a:off x="781940" y="2455670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cxnSp>
          <p:nvCxnSpPr>
            <p:cNvPr id="52" name="直線矢印コネクタ 51">
              <a:extLst>
                <a:ext uri="{FF2B5EF4-FFF2-40B4-BE49-F238E27FC236}">
                  <a16:creationId xmlns:a16="http://schemas.microsoft.com/office/drawing/2014/main" id="{2D248A90-46EF-8660-A759-CA23A2BC27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91918" y="2838591"/>
              <a:ext cx="221316" cy="22131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949B656-5007-DC64-CFA0-551BF434C24E}"/>
              </a:ext>
            </a:extLst>
          </p:cNvPr>
          <p:cNvSpPr/>
          <p:nvPr userDrawn="1"/>
        </p:nvSpPr>
        <p:spPr>
          <a:xfrm>
            <a:off x="272668" y="354486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step1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49CDE39-9B81-6350-E585-A33148D01DCE}"/>
              </a:ext>
            </a:extLst>
          </p:cNvPr>
          <p:cNvGrpSpPr/>
          <p:nvPr userDrawn="1"/>
        </p:nvGrpSpPr>
        <p:grpSpPr>
          <a:xfrm>
            <a:off x="6263843" y="5260675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C1DD8F39-9E90-3176-EFF1-195778ED66B6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8" name="思考の吹き出し: 雲形 7">
                <a:extLst>
                  <a:ext uri="{FF2B5EF4-FFF2-40B4-BE49-F238E27FC236}">
                    <a16:creationId xmlns:a16="http://schemas.microsoft.com/office/drawing/2014/main" id="{94399C9D-B5E0-B215-00FC-740041116C27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-57172"/>
                  <a:gd name="adj2" fmla="val 67057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BDABB4A4-F16C-ED07-850F-8ADDCDA2B802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C155358-64C2-060E-6CCF-1EF04F873C7C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A07246A-98B0-54A5-43B1-639A9EEEEDCE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AD44C62-AA70-356B-4989-D0F5E23DD13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896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55F9674-B84E-8582-57EE-645801FB37C8}"/>
              </a:ext>
            </a:extLst>
          </p:cNvPr>
          <p:cNvGrpSpPr/>
          <p:nvPr userDrawn="1"/>
        </p:nvGrpSpPr>
        <p:grpSpPr>
          <a:xfrm>
            <a:off x="501285" y="2097886"/>
            <a:ext cx="11366723" cy="3790331"/>
            <a:chOff x="124362" y="265746"/>
            <a:chExt cx="11366723" cy="379033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326F58B0-1BA3-E12B-6B97-FA72599D8CF2}"/>
                </a:ext>
              </a:extLst>
            </p:cNvPr>
            <p:cNvSpPr/>
            <p:nvPr userDrawn="1"/>
          </p:nvSpPr>
          <p:spPr>
            <a:xfrm>
              <a:off x="2134085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generates the processed text.</a:t>
              </a:r>
              <a:endParaRPr lang="ja-JP" altLang="en-US" sz="800"/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9476D1DE-7DF0-D101-4E49-9C23D1209A7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18776" y="2831308"/>
              <a:ext cx="355600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27ACC951-D95A-1312-BCCF-1925B0D4C636}"/>
                </a:ext>
              </a:extLst>
            </p:cNvPr>
            <p:cNvSpPr/>
            <p:nvPr userDrawn="1"/>
          </p:nvSpPr>
          <p:spPr>
            <a:xfrm>
              <a:off x="124362" y="270021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68A7A14C-C7A8-FDEF-0312-8459F09DADAB}"/>
                </a:ext>
              </a:extLst>
            </p:cNvPr>
            <p:cNvCxnSpPr>
              <a:cxnSpLocks/>
              <a:stCxn id="39" idx="4"/>
            </p:cNvCxnSpPr>
            <p:nvPr userDrawn="1"/>
          </p:nvCxnSpPr>
          <p:spPr>
            <a:xfrm flipH="1">
              <a:off x="2696052" y="1314109"/>
              <a:ext cx="3505" cy="1241134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A7AD340B-A839-BBCB-F32B-26AD458E9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664" y="2558530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sp>
          <p:nvSpPr>
            <p:cNvPr id="24" name="フローチャート: 書類 23">
              <a:extLst>
                <a:ext uri="{FF2B5EF4-FFF2-40B4-BE49-F238E27FC236}">
                  <a16:creationId xmlns:a16="http://schemas.microsoft.com/office/drawing/2014/main" id="{75A462AB-5783-11A5-E847-15C61E118D10}"/>
                </a:ext>
              </a:extLst>
            </p:cNvPr>
            <p:cNvSpPr/>
            <p:nvPr userDrawn="1"/>
          </p:nvSpPr>
          <p:spPr>
            <a:xfrm>
              <a:off x="3617987" y="2590281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processed text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FC79F3A-5A98-4A13-5C60-C42D0DC1AD75}"/>
                </a:ext>
              </a:extLst>
            </p:cNvPr>
            <p:cNvSpPr/>
            <p:nvPr userDrawn="1"/>
          </p:nvSpPr>
          <p:spPr>
            <a:xfrm>
              <a:off x="4676857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processed text.</a:t>
              </a:r>
              <a:endParaRPr lang="ja-JP" altLang="en-US" sz="800"/>
            </a:p>
          </p:txBody>
        </p:sp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833E2A01-9E3B-26B8-A195-7458B00184D2}"/>
                </a:ext>
              </a:extLst>
            </p:cNvPr>
            <p:cNvSpPr/>
            <p:nvPr userDrawn="1"/>
          </p:nvSpPr>
          <p:spPr>
            <a:xfrm>
              <a:off x="6384253" y="3109951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35B79529-13E5-3DE4-AC07-2BFF1CD6BC7E}"/>
                </a:ext>
              </a:extLst>
            </p:cNvPr>
            <p:cNvSpPr/>
            <p:nvPr userDrawn="1"/>
          </p:nvSpPr>
          <p:spPr>
            <a:xfrm>
              <a:off x="6384252" y="2190266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28" name="コネクタ: カギ線 27">
              <a:extLst>
                <a:ext uri="{FF2B5EF4-FFF2-40B4-BE49-F238E27FC236}">
                  <a16:creationId xmlns:a16="http://schemas.microsoft.com/office/drawing/2014/main" id="{EA82CC2D-3F6A-9683-291C-2C099586B710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6384251" y="2372754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8A962EA6-F446-4A27-2CAA-2239DD2E83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07803" y="2837173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B9D023EB-8D3F-DFD3-51CB-90355070EB7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69551" y="2041544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F317C00E-014E-568C-5FCA-CF61A887F3C0}"/>
                </a:ext>
              </a:extLst>
            </p:cNvPr>
            <p:cNvSpPr/>
            <p:nvPr userDrawn="1"/>
          </p:nvSpPr>
          <p:spPr>
            <a:xfrm>
              <a:off x="4682254" y="769286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Robot-G.</a:t>
              </a:r>
              <a:endParaRPr lang="ja-JP" altLang="en-US" sz="800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5EA93331-44D2-D6B5-8344-E7A21D541B7B}"/>
                </a:ext>
              </a:extLst>
            </p:cNvPr>
            <p:cNvSpPr/>
            <p:nvPr userDrawn="1"/>
          </p:nvSpPr>
          <p:spPr>
            <a:xfrm>
              <a:off x="7512322" y="3019661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evaluate the processed text.</a:t>
              </a:r>
              <a:endParaRPr kumimoji="1" lang="ja-JP" altLang="en-US" sz="800"/>
            </a:p>
          </p:txBody>
        </p: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8810837-EE6C-12F7-806C-A268EB9A23D9}"/>
                </a:ext>
              </a:extLst>
            </p:cNvPr>
            <p:cNvGrpSpPr/>
            <p:nvPr userDrawn="1"/>
          </p:nvGrpSpPr>
          <p:grpSpPr>
            <a:xfrm>
              <a:off x="7824933" y="2512204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A5815413-3FE2-723B-5499-6AD45E7AC7EC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626BD3F8-F7DA-1802-CB2A-0952657DBFD6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DCE0E197-940F-112C-2071-DF4E598DE56E}"/>
                </a:ext>
              </a:extLst>
            </p:cNvPr>
            <p:cNvSpPr/>
            <p:nvPr userDrawn="1"/>
          </p:nvSpPr>
          <p:spPr>
            <a:xfrm>
              <a:off x="9232072" y="3558493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35" name="四角形: 角を丸くする 34">
              <a:extLst>
                <a:ext uri="{FF2B5EF4-FFF2-40B4-BE49-F238E27FC236}">
                  <a16:creationId xmlns:a16="http://schemas.microsoft.com/office/drawing/2014/main" id="{9995DBEE-483A-C970-351B-FB3F9A20AF2A}"/>
                </a:ext>
              </a:extLst>
            </p:cNvPr>
            <p:cNvSpPr/>
            <p:nvPr userDrawn="1"/>
          </p:nvSpPr>
          <p:spPr>
            <a:xfrm>
              <a:off x="9232071" y="2638808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BE17E1F-46BC-6D74-FA2D-9FA928A42B5A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9232070" y="2821296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47A53648-E3F4-B4E5-633C-567918B8A68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55622" y="3285715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5112055-B312-D36F-45F2-89A1ADF02358}"/>
                </a:ext>
              </a:extLst>
            </p:cNvPr>
            <p:cNvGrpSpPr/>
            <p:nvPr userDrawn="1"/>
          </p:nvGrpSpPr>
          <p:grpSpPr>
            <a:xfrm>
              <a:off x="4969549" y="265746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4" name="楕円 53">
                <a:extLst>
                  <a:ext uri="{FF2B5EF4-FFF2-40B4-BE49-F238E27FC236}">
                    <a16:creationId xmlns:a16="http://schemas.microsoft.com/office/drawing/2014/main" id="{7E462FEE-DF3E-A007-15B3-DCED931CA6C2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5" name="グラフィックス 2">
                <a:extLst>
                  <a:ext uri="{FF2B5EF4-FFF2-40B4-BE49-F238E27FC236}">
                    <a16:creationId xmlns:a16="http://schemas.microsoft.com/office/drawing/2014/main" id="{7ECC0279-4E1D-A942-28EB-B57CF542B3F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39" name="図 38">
              <a:extLst>
                <a:ext uri="{FF2B5EF4-FFF2-40B4-BE49-F238E27FC236}">
                  <a16:creationId xmlns:a16="http://schemas.microsoft.com/office/drawing/2014/main" id="{8E374FB0-65F6-91FE-5DD7-ED4F91C428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6779" y="768553"/>
              <a:ext cx="545556" cy="545556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AD8093F0-1FEB-0B92-A8BE-325A2F7EB4F3}"/>
                </a:ext>
              </a:extLst>
            </p:cNvPr>
            <p:cNvCxnSpPr>
              <a:cxnSpLocks/>
              <a:stCxn id="23" idx="6"/>
            </p:cNvCxnSpPr>
            <p:nvPr userDrawn="1"/>
          </p:nvCxnSpPr>
          <p:spPr>
            <a:xfrm flipV="1">
              <a:off x="1618221" y="2831308"/>
              <a:ext cx="51595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46DA8D84-FEDC-B3DE-9C7F-13C333900B6E}"/>
                </a:ext>
              </a:extLst>
            </p:cNvPr>
            <p:cNvCxnSpPr>
              <a:cxnSpLocks/>
              <a:stCxn id="19" idx="3"/>
              <a:endCxn id="24" idx="1"/>
            </p:cNvCxnSpPr>
            <p:nvPr userDrawn="1"/>
          </p:nvCxnSpPr>
          <p:spPr>
            <a:xfrm>
              <a:off x="326503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F203A1D-8B7E-9B8D-4CD7-825050FBDF5B}"/>
                </a:ext>
              </a:extLst>
            </p:cNvPr>
            <p:cNvCxnSpPr>
              <a:cxnSpLocks/>
              <a:stCxn id="24" idx="3"/>
              <a:endCxn id="25" idx="1"/>
            </p:cNvCxnSpPr>
            <p:nvPr userDrawn="1"/>
          </p:nvCxnSpPr>
          <p:spPr>
            <a:xfrm>
              <a:off x="432390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0CB498D1-D57E-04D3-37BB-BDB78DE0FAE3}"/>
                </a:ext>
              </a:extLst>
            </p:cNvPr>
            <p:cNvCxnSpPr>
              <a:cxnSpLocks/>
              <a:stCxn id="31" idx="1"/>
            </p:cNvCxnSpPr>
            <p:nvPr userDrawn="1"/>
          </p:nvCxnSpPr>
          <p:spPr>
            <a:xfrm flipH="1" flipV="1">
              <a:off x="2972335" y="1041331"/>
              <a:ext cx="1709919" cy="73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4E34E805-81E0-8E8E-27AE-6458F7B74BA9}"/>
                </a:ext>
              </a:extLst>
            </p:cNvPr>
            <p:cNvCxnSpPr>
              <a:cxnSpLocks/>
              <a:stCxn id="35" idx="3"/>
              <a:endCxn id="31" idx="3"/>
            </p:cNvCxnSpPr>
            <p:nvPr userDrawn="1"/>
          </p:nvCxnSpPr>
          <p:spPr>
            <a:xfrm flipH="1" flipV="1">
              <a:off x="5813199" y="1042064"/>
              <a:ext cx="4175475" cy="1779233"/>
            </a:xfrm>
            <a:prstGeom prst="bentConnector3">
              <a:avLst>
                <a:gd name="adj1" fmla="val -10027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FDCF637D-D74B-FF51-438D-7DD7A1CA3545}"/>
                </a:ext>
              </a:extLst>
            </p:cNvPr>
            <p:cNvCxnSpPr>
              <a:cxnSpLocks/>
              <a:stCxn id="26" idx="3"/>
              <a:endCxn id="32" idx="1"/>
            </p:cNvCxnSpPr>
            <p:nvPr userDrawn="1"/>
          </p:nvCxnSpPr>
          <p:spPr>
            <a:xfrm flipV="1">
              <a:off x="7140856" y="3292439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a16:creationId xmlns:a16="http://schemas.microsoft.com/office/drawing/2014/main" id="{F2EAD14A-8536-C9A4-BF09-83AD3734E65F}"/>
                </a:ext>
              </a:extLst>
            </p:cNvPr>
            <p:cNvCxnSpPr>
              <a:cxnSpLocks/>
              <a:stCxn id="27" idx="3"/>
            </p:cNvCxnSpPr>
            <p:nvPr userDrawn="1"/>
          </p:nvCxnSpPr>
          <p:spPr>
            <a:xfrm flipV="1">
              <a:off x="7140855" y="1041331"/>
              <a:ext cx="371467" cy="1331424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0A43D53-6D55-7E67-06FB-250951FD89A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1815" y="3104086"/>
              <a:ext cx="399536" cy="39953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642A7D6F-B1AC-9C96-0242-4E72D0B8AD40}"/>
                </a:ext>
              </a:extLst>
            </p:cNvPr>
            <p:cNvGrpSpPr/>
            <p:nvPr userDrawn="1"/>
          </p:nvGrpSpPr>
          <p:grpSpPr>
            <a:xfrm>
              <a:off x="951974" y="3498485"/>
              <a:ext cx="788106" cy="557592"/>
              <a:chOff x="3165392" y="4449318"/>
              <a:chExt cx="788106" cy="557592"/>
            </a:xfrm>
          </p:grpSpPr>
          <p:sp>
            <p:nvSpPr>
              <p:cNvPr id="51" name="フローチャート: 書類 50">
                <a:extLst>
                  <a:ext uri="{FF2B5EF4-FFF2-40B4-BE49-F238E27FC236}">
                    <a16:creationId xmlns:a16="http://schemas.microsoft.com/office/drawing/2014/main" id="{A2AAFB92-99A7-3879-2E35-BE8B98CD455F}"/>
                  </a:ext>
                </a:extLst>
              </p:cNvPr>
              <p:cNvSpPr/>
              <p:nvPr userDrawn="1"/>
            </p:nvSpPr>
            <p:spPr>
              <a:xfrm>
                <a:off x="3247585" y="4449318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2" name="フローチャート: 書類 51">
                <a:extLst>
                  <a:ext uri="{FF2B5EF4-FFF2-40B4-BE49-F238E27FC236}">
                    <a16:creationId xmlns:a16="http://schemas.microsoft.com/office/drawing/2014/main" id="{27E5C260-B1CD-81D6-BB9F-B51EEBDA7CC9}"/>
                  </a:ext>
                </a:extLst>
              </p:cNvPr>
              <p:cNvSpPr/>
              <p:nvPr userDrawn="1"/>
            </p:nvSpPr>
            <p:spPr>
              <a:xfrm>
                <a:off x="3206488" y="449041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80E4A422-449C-7C49-1943-170388632993}"/>
                  </a:ext>
                </a:extLst>
              </p:cNvPr>
              <p:cNvSpPr/>
              <p:nvPr userDrawn="1"/>
            </p:nvSpPr>
            <p:spPr>
              <a:xfrm>
                <a:off x="3165392" y="452485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BB96F3C2-DAD0-C500-32E8-3461CD7265F1}"/>
                </a:ext>
              </a:extLst>
            </p:cNvPr>
            <p:cNvSpPr/>
            <p:nvPr userDrawn="1"/>
          </p:nvSpPr>
          <p:spPr>
            <a:xfrm>
              <a:off x="10360140" y="347608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</a:t>
              </a:r>
            </a:p>
            <a:p>
              <a:pPr algn="ctr"/>
              <a:r>
                <a:rPr lang="en-US" altLang="ja-JP" sz="800"/>
                <a:t>is available</a:t>
              </a:r>
              <a:endParaRPr lang="ja-JP" altLang="en-US" sz="800"/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D274C60B-5600-E2E1-0189-35CCE8AE35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988674" y="3739512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15FE1DE-9BB4-57AC-4CCD-3BA3E222F350}"/>
              </a:ext>
            </a:extLst>
          </p:cNvPr>
          <p:cNvSpPr/>
          <p:nvPr userDrawn="1"/>
        </p:nvSpPr>
        <p:spPr>
          <a:xfrm>
            <a:off x="323992" y="969783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step2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D348A5F-B17B-139F-25A7-873C5FFDBA99}"/>
              </a:ext>
            </a:extLst>
          </p:cNvPr>
          <p:cNvGrpSpPr/>
          <p:nvPr userDrawn="1"/>
        </p:nvGrpSpPr>
        <p:grpSpPr>
          <a:xfrm>
            <a:off x="939912" y="387518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AEC064F0-D341-3DC6-C286-F316B7DFB8AC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5" name="思考の吹き出し: 雲形 14">
                <a:extLst>
                  <a:ext uri="{FF2B5EF4-FFF2-40B4-BE49-F238E27FC236}">
                    <a16:creationId xmlns:a16="http://schemas.microsoft.com/office/drawing/2014/main" id="{DBAB0282-B80C-9B12-E9E6-92DFEE86777D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7A5681F9-F899-87BA-1CD8-C82C92552E60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5684D3C4-4CD6-6CC9-64F2-0A7D8E95AA03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9C709640-AA01-EA91-B596-16E03ED53E2A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597C54E-1462-007D-FC6C-8EDE84926142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3E7C3CA-615F-21BE-6957-90F0273B30A8}"/>
              </a:ext>
            </a:extLst>
          </p:cNvPr>
          <p:cNvGrpSpPr/>
          <p:nvPr userDrawn="1"/>
        </p:nvGrpSpPr>
        <p:grpSpPr>
          <a:xfrm>
            <a:off x="2253122" y="208442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08781C8-31EC-7460-EB65-DBFCF1C0F5DD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9" name="思考の吹き出し: 雲形 8">
                <a:extLst>
                  <a:ext uri="{FF2B5EF4-FFF2-40B4-BE49-F238E27FC236}">
                    <a16:creationId xmlns:a16="http://schemas.microsoft.com/office/drawing/2014/main" id="{B5DDCD8D-F24C-4BD9-BBA8-68D057DCE731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85D35874-09A7-AB17-CE54-1D25D933DFEA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50B45FA-8669-F7EA-0A53-9E082F492812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67F7E47D-AB7F-4D46-999C-040FCD55E0ED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3B7FCA7-8B8B-CC00-F25F-917AD6EF220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Ver.X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1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716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7" r:id="rId3"/>
    <p:sldLayoutId id="2147483651" r:id="rId4"/>
    <p:sldLayoutId id="2147483652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622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3515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35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19129-3810-BE5A-81B5-60364623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B7DFCDFD-7E7B-6736-F4BF-AD5B48930C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34359 w 12192000"/>
              <a:gd name="csY0" fmla="*/ 2905041 h 6858000"/>
              <a:gd name="csX1" fmla="*/ 4895682 w 12192000"/>
              <a:gd name="csY1" fmla="*/ 3843717 h 6858000"/>
              <a:gd name="csX2" fmla="*/ 5834359 w 12192000"/>
              <a:gd name="csY2" fmla="*/ 4782393 h 6858000"/>
              <a:gd name="csX3" fmla="*/ 6773034 w 12192000"/>
              <a:gd name="csY3" fmla="*/ 3843717 h 6858000"/>
              <a:gd name="csX4" fmla="*/ 5834359 w 12192000"/>
              <a:gd name="csY4" fmla="*/ 290504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34359" y="2905041"/>
                </a:moveTo>
                <a:cubicBezTo>
                  <a:pt x="5315942" y="2905041"/>
                  <a:pt x="4895682" y="3325301"/>
                  <a:pt x="4895682" y="3843717"/>
                </a:cubicBezTo>
                <a:cubicBezTo>
                  <a:pt x="4895682" y="4362133"/>
                  <a:pt x="5315942" y="4782393"/>
                  <a:pt x="5834359" y="4782393"/>
                </a:cubicBezTo>
                <a:cubicBezTo>
                  <a:pt x="6352774" y="4782393"/>
                  <a:pt x="6773034" y="4362133"/>
                  <a:pt x="6773034" y="3843717"/>
                </a:cubicBezTo>
                <a:cubicBezTo>
                  <a:pt x="6773034" y="3325301"/>
                  <a:pt x="6352774" y="2905041"/>
                  <a:pt x="5834359" y="290504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98351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9990F-B93E-9633-B108-FCCF5F3B9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8C499E7B-64E0-750C-EF9E-CC10008DE44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4 w 12192000"/>
              <a:gd name="csY0" fmla="*/ 2560320 h 6858000"/>
              <a:gd name="csX1" fmla="*/ 1437764 w 12192000"/>
              <a:gd name="csY1" fmla="*/ 3140182 h 6858000"/>
              <a:gd name="csX2" fmla="*/ 10754236 w 12192000"/>
              <a:gd name="csY2" fmla="*/ 3140182 h 6858000"/>
              <a:gd name="csX3" fmla="*/ 10754236 w 12192000"/>
              <a:gd name="csY3" fmla="*/ 2560320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437764" y="2560320"/>
                </a:moveTo>
                <a:lnTo>
                  <a:pt x="1437764" y="3140182"/>
                </a:lnTo>
                <a:lnTo>
                  <a:pt x="10754236" y="3140182"/>
                </a:lnTo>
                <a:lnTo>
                  <a:pt x="10754236" y="256032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744726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ED93-3F37-2B5C-4ED6-C6CB6FC9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EFD65CAB-5A13-7E19-9CF4-217110A513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18173 w 12192000"/>
              <a:gd name="csY0" fmla="*/ 3795165 h 6858000"/>
              <a:gd name="csX1" fmla="*/ 4879497 w 12192000"/>
              <a:gd name="csY1" fmla="*/ 4733841 h 6858000"/>
              <a:gd name="csX2" fmla="*/ 5818173 w 12192000"/>
              <a:gd name="csY2" fmla="*/ 5672517 h 6858000"/>
              <a:gd name="csX3" fmla="*/ 6756849 w 12192000"/>
              <a:gd name="csY3" fmla="*/ 4733841 h 6858000"/>
              <a:gd name="csX4" fmla="*/ 5818173 w 12192000"/>
              <a:gd name="csY4" fmla="*/ 3795165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18173" y="3795165"/>
                </a:moveTo>
                <a:cubicBezTo>
                  <a:pt x="5299757" y="3795165"/>
                  <a:pt x="4879497" y="4215425"/>
                  <a:pt x="4879497" y="4733841"/>
                </a:cubicBezTo>
                <a:cubicBezTo>
                  <a:pt x="4879497" y="5252257"/>
                  <a:pt x="5299757" y="5672517"/>
                  <a:pt x="5818173" y="5672517"/>
                </a:cubicBezTo>
                <a:cubicBezTo>
                  <a:pt x="6336589" y="5672517"/>
                  <a:pt x="6756849" y="5252257"/>
                  <a:pt x="6756849" y="4733841"/>
                </a:cubicBezTo>
                <a:cubicBezTo>
                  <a:pt x="6756849" y="4215425"/>
                  <a:pt x="6336589" y="3795165"/>
                  <a:pt x="5818173" y="379516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7599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E9A92-21AB-8889-0EAF-122719745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フリーフォーム: 図形 8">
            <a:extLst>
              <a:ext uri="{FF2B5EF4-FFF2-40B4-BE49-F238E27FC236}">
                <a16:creationId xmlns:a16="http://schemas.microsoft.com/office/drawing/2014/main" id="{D1D241B9-6327-9E8E-534B-EA798BDC4E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3 w 12192000"/>
              <a:gd name="csY0" fmla="*/ 3572851 h 6858000"/>
              <a:gd name="csX1" fmla="*/ 1437763 w 12192000"/>
              <a:gd name="csY1" fmla="*/ 4572000 h 6858000"/>
              <a:gd name="csX2" fmla="*/ 1437763 w 12192000"/>
              <a:gd name="csY2" fmla="*/ 5151862 h 6858000"/>
              <a:gd name="csX3" fmla="*/ 1437763 w 12192000"/>
              <a:gd name="csY3" fmla="*/ 5727266 h 6858000"/>
              <a:gd name="csX4" fmla="*/ 2511254 w 12192000"/>
              <a:gd name="csY4" fmla="*/ 5727266 h 6858000"/>
              <a:gd name="csX5" fmla="*/ 2511254 w 12192000"/>
              <a:gd name="csY5" fmla="*/ 5151862 h 6858000"/>
              <a:gd name="csX6" fmla="*/ 10754235 w 12192000"/>
              <a:gd name="csY6" fmla="*/ 5151862 h 6858000"/>
              <a:gd name="csX7" fmla="*/ 10754235 w 12192000"/>
              <a:gd name="csY7" fmla="*/ 4572000 h 6858000"/>
              <a:gd name="csX8" fmla="*/ 2511254 w 12192000"/>
              <a:gd name="csY8" fmla="*/ 4572000 h 6858000"/>
              <a:gd name="csX9" fmla="*/ 2511254 w 12192000"/>
              <a:gd name="csY9" fmla="*/ 3572851 h 6858000"/>
              <a:gd name="csX10" fmla="*/ 0 w 12192000"/>
              <a:gd name="csY10" fmla="*/ 0 h 6858000"/>
              <a:gd name="csX11" fmla="*/ 12192000 w 12192000"/>
              <a:gd name="csY11" fmla="*/ 0 h 6858000"/>
              <a:gd name="csX12" fmla="*/ 12192000 w 12192000"/>
              <a:gd name="csY12" fmla="*/ 6858000 h 6858000"/>
              <a:gd name="csX13" fmla="*/ 0 w 12192000"/>
              <a:gd name="csY1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2192000" h="6858000">
                <a:moveTo>
                  <a:pt x="1437763" y="3572851"/>
                </a:moveTo>
                <a:lnTo>
                  <a:pt x="1437763" y="4572000"/>
                </a:lnTo>
                <a:lnTo>
                  <a:pt x="1437763" y="5151862"/>
                </a:lnTo>
                <a:lnTo>
                  <a:pt x="1437763" y="5727266"/>
                </a:lnTo>
                <a:lnTo>
                  <a:pt x="2511254" y="5727266"/>
                </a:lnTo>
                <a:lnTo>
                  <a:pt x="2511254" y="5151862"/>
                </a:lnTo>
                <a:lnTo>
                  <a:pt x="10754235" y="5151862"/>
                </a:lnTo>
                <a:lnTo>
                  <a:pt x="10754235" y="4572000"/>
                </a:lnTo>
                <a:lnTo>
                  <a:pt x="2511254" y="4572000"/>
                </a:lnTo>
                <a:lnTo>
                  <a:pt x="2511254" y="357285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DE8F2589-ABEC-EA81-2935-D24D4293B986}"/>
              </a:ext>
            </a:extLst>
          </p:cNvPr>
          <p:cNvGrpSpPr/>
          <p:nvPr/>
        </p:nvGrpSpPr>
        <p:grpSpPr>
          <a:xfrm>
            <a:off x="383898" y="4223340"/>
            <a:ext cx="1614399" cy="722865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ADA12C11-E597-9120-31BD-862373B52D66}"/>
                </a:ext>
              </a:extLst>
            </p:cNvPr>
            <p:cNvGrpSpPr/>
            <p:nvPr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3" name="思考の吹き出し: 雲形 12">
                <a:extLst>
                  <a:ext uri="{FF2B5EF4-FFF2-40B4-BE49-F238E27FC236}">
                    <a16:creationId xmlns:a16="http://schemas.microsoft.com/office/drawing/2014/main" id="{86E1BA43-7420-FBCC-1B03-0A4A687564B5}"/>
                  </a:ext>
                </a:extLst>
              </p:cNvPr>
              <p:cNvSpPr/>
              <p:nvPr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74292"/>
                  <a:gd name="adj2" fmla="val 3572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ED6180C2-F421-750F-6976-7C67F39C9B3D}"/>
                  </a:ext>
                </a:extLst>
              </p:cNvPr>
              <p:cNvSpPr/>
              <p:nvPr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2FA905A2-B966-791D-BCF7-E8ED1AB4715B}"/>
                  </a:ext>
                </a:extLst>
              </p:cNvPr>
              <p:cNvSpPr/>
              <p:nvPr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E9C4A990-52DF-145D-B216-CA9904834001}"/>
                  </a:ext>
                </a:extLst>
              </p:cNvPr>
              <p:cNvSpPr/>
              <p:nvPr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</p:grp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97C85EF7-157B-2B5B-A9BE-8320E8F76781}"/>
                </a:ext>
              </a:extLst>
            </p:cNvPr>
            <p:cNvSpPr/>
            <p:nvPr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>
                  <a:solidFill>
                    <a:schemeClr val="tx1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optional</a:t>
              </a:r>
              <a:endParaRPr kumimoji="1" lang="ja-JP" altLang="en-US" sz="1200">
                <a:solidFill>
                  <a:schemeClr val="tx1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2811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A5AE-95E7-B385-09EA-C3D42755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947C2FF-92F5-3F30-09D4-313D771825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33685 w 12192000"/>
              <a:gd name="csY0" fmla="*/ 566442 h 6858000"/>
              <a:gd name="csX1" fmla="*/ 6344155 w 12192000"/>
              <a:gd name="csY1" fmla="*/ 1755972 h 6858000"/>
              <a:gd name="csX2" fmla="*/ 7533685 w 12192000"/>
              <a:gd name="csY2" fmla="*/ 2945502 h 6858000"/>
              <a:gd name="csX3" fmla="*/ 8723215 w 12192000"/>
              <a:gd name="csY3" fmla="*/ 1755972 h 6858000"/>
              <a:gd name="csX4" fmla="*/ 7533685 w 12192000"/>
              <a:gd name="csY4" fmla="*/ 566442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7533685" y="566442"/>
                </a:moveTo>
                <a:cubicBezTo>
                  <a:pt x="6876726" y="566442"/>
                  <a:pt x="6344155" y="1099013"/>
                  <a:pt x="6344155" y="1755972"/>
                </a:cubicBezTo>
                <a:cubicBezTo>
                  <a:pt x="6344155" y="2412931"/>
                  <a:pt x="6876726" y="2945502"/>
                  <a:pt x="7533685" y="2945502"/>
                </a:cubicBezTo>
                <a:cubicBezTo>
                  <a:pt x="8190644" y="2945502"/>
                  <a:pt x="8723215" y="2412931"/>
                  <a:pt x="8723215" y="1755972"/>
                </a:cubicBezTo>
                <a:cubicBezTo>
                  <a:pt x="8723215" y="1099013"/>
                  <a:pt x="8190644" y="566442"/>
                  <a:pt x="7533685" y="566442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48628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691C6-7196-357B-CF15-4A84909F6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フリーフォーム: 図形 8">
            <a:extLst>
              <a:ext uri="{FF2B5EF4-FFF2-40B4-BE49-F238E27FC236}">
                <a16:creationId xmlns:a16="http://schemas.microsoft.com/office/drawing/2014/main" id="{F51F1D07-1363-8751-FA6F-C8E94B185A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3 w 12192000"/>
              <a:gd name="csY0" fmla="*/ 3572851 h 6858000"/>
              <a:gd name="csX1" fmla="*/ 1437763 w 12192000"/>
              <a:gd name="csY1" fmla="*/ 5147404 h 6858000"/>
              <a:gd name="csX2" fmla="*/ 1437763 w 12192000"/>
              <a:gd name="csY2" fmla="*/ 5727266 h 6858000"/>
              <a:gd name="csX3" fmla="*/ 2511255 w 12192000"/>
              <a:gd name="csY3" fmla="*/ 5727266 h 6858000"/>
              <a:gd name="csX4" fmla="*/ 10754235 w 12192000"/>
              <a:gd name="csY4" fmla="*/ 5727266 h 6858000"/>
              <a:gd name="csX5" fmla="*/ 10754235 w 12192000"/>
              <a:gd name="csY5" fmla="*/ 5147404 h 6858000"/>
              <a:gd name="csX6" fmla="*/ 2511255 w 12192000"/>
              <a:gd name="csY6" fmla="*/ 5147404 h 6858000"/>
              <a:gd name="csX7" fmla="*/ 2511255 w 12192000"/>
              <a:gd name="csY7" fmla="*/ 3572851 h 6858000"/>
              <a:gd name="csX8" fmla="*/ 1437764 w 12192000"/>
              <a:gd name="csY8" fmla="*/ 2560320 h 6858000"/>
              <a:gd name="csX9" fmla="*/ 1437764 w 12192000"/>
              <a:gd name="csY9" fmla="*/ 3140182 h 6858000"/>
              <a:gd name="csX10" fmla="*/ 10754236 w 12192000"/>
              <a:gd name="csY10" fmla="*/ 3140182 h 6858000"/>
              <a:gd name="csX11" fmla="*/ 10754236 w 12192000"/>
              <a:gd name="csY11" fmla="*/ 2560320 h 6858000"/>
              <a:gd name="csX12" fmla="*/ 0 w 12192000"/>
              <a:gd name="csY12" fmla="*/ 0 h 6858000"/>
              <a:gd name="csX13" fmla="*/ 12192000 w 12192000"/>
              <a:gd name="csY13" fmla="*/ 0 h 6858000"/>
              <a:gd name="csX14" fmla="*/ 12192000 w 12192000"/>
              <a:gd name="csY14" fmla="*/ 6858000 h 6858000"/>
              <a:gd name="csX15" fmla="*/ 0 w 12192000"/>
              <a:gd name="csY15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192000" h="6858000">
                <a:moveTo>
                  <a:pt x="1437763" y="3572851"/>
                </a:moveTo>
                <a:lnTo>
                  <a:pt x="1437763" y="5147404"/>
                </a:lnTo>
                <a:lnTo>
                  <a:pt x="1437763" y="5727266"/>
                </a:lnTo>
                <a:lnTo>
                  <a:pt x="2511255" y="5727266"/>
                </a:lnTo>
                <a:lnTo>
                  <a:pt x="10754235" y="5727266"/>
                </a:lnTo>
                <a:lnTo>
                  <a:pt x="10754235" y="5147404"/>
                </a:lnTo>
                <a:lnTo>
                  <a:pt x="2511255" y="5147404"/>
                </a:lnTo>
                <a:lnTo>
                  <a:pt x="2511255" y="3572851"/>
                </a:lnTo>
                <a:close/>
                <a:moveTo>
                  <a:pt x="1437764" y="2560320"/>
                </a:moveTo>
                <a:lnTo>
                  <a:pt x="1437764" y="3140182"/>
                </a:lnTo>
                <a:lnTo>
                  <a:pt x="10754236" y="3140182"/>
                </a:lnTo>
                <a:lnTo>
                  <a:pt x="10754236" y="256032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002300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ADD19-8A82-86C8-8BD4-C9C84B98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F0BBD837-DB64-C438-AB96-63E4C09BE4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4566813 h 6858000"/>
              <a:gd name="csX3" fmla="*/ 12088717 w 12192000"/>
              <a:gd name="csY3" fmla="*/ 4517058 h 6858000"/>
              <a:gd name="csX4" fmla="*/ 11625857 w 12192000"/>
              <a:gd name="csY4" fmla="*/ 4423611 h 6858000"/>
              <a:gd name="csX5" fmla="*/ 10436735 w 12192000"/>
              <a:gd name="csY5" fmla="*/ 5612733 h 6858000"/>
              <a:gd name="csX6" fmla="*/ 11625857 w 12192000"/>
              <a:gd name="csY6" fmla="*/ 6801855 h 6858000"/>
              <a:gd name="csX7" fmla="*/ 12088717 w 12192000"/>
              <a:gd name="csY7" fmla="*/ 6708408 h 6858000"/>
              <a:gd name="csX8" fmla="*/ 12192000 w 12192000"/>
              <a:gd name="csY8" fmla="*/ 6658654 h 6858000"/>
              <a:gd name="csX9" fmla="*/ 12192000 w 12192000"/>
              <a:gd name="csY9" fmla="*/ 6858000 h 6858000"/>
              <a:gd name="csX10" fmla="*/ 0 w 12192000"/>
              <a:gd name="csY10" fmla="*/ 6858000 h 6858000"/>
              <a:gd name="csX11" fmla="*/ 0 w 12192000"/>
              <a:gd name="csY11" fmla="*/ 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4566813"/>
                </a:lnTo>
                <a:lnTo>
                  <a:pt x="12088717" y="4517058"/>
                </a:lnTo>
                <a:cubicBezTo>
                  <a:pt x="11946452" y="4456885"/>
                  <a:pt x="11790040" y="4423611"/>
                  <a:pt x="11625857" y="4423611"/>
                </a:cubicBezTo>
                <a:cubicBezTo>
                  <a:pt x="10969123" y="4423611"/>
                  <a:pt x="10436735" y="4955999"/>
                  <a:pt x="10436735" y="5612733"/>
                </a:cubicBezTo>
                <a:cubicBezTo>
                  <a:pt x="10436735" y="6269467"/>
                  <a:pt x="10969123" y="6801855"/>
                  <a:pt x="11625857" y="6801855"/>
                </a:cubicBezTo>
                <a:cubicBezTo>
                  <a:pt x="11790040" y="6801855"/>
                  <a:pt x="11946452" y="6768581"/>
                  <a:pt x="12088717" y="6708408"/>
                </a:cubicBezTo>
                <a:lnTo>
                  <a:pt x="12192000" y="665865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113332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75742-E758-DE0B-656C-EED908133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E63BA42D-73C1-33CD-55A8-43E0A64662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3 w 12192000"/>
              <a:gd name="csY0" fmla="*/ 3572851 h 6858000"/>
              <a:gd name="csX1" fmla="*/ 1437763 w 12192000"/>
              <a:gd name="csY1" fmla="*/ 3987676 h 6858000"/>
              <a:gd name="csX2" fmla="*/ 1437763 w 12192000"/>
              <a:gd name="csY2" fmla="*/ 5727266 h 6858000"/>
              <a:gd name="csX3" fmla="*/ 2511254 w 12192000"/>
              <a:gd name="csY3" fmla="*/ 5727266 h 6858000"/>
              <a:gd name="csX4" fmla="*/ 2511254 w 12192000"/>
              <a:gd name="csY4" fmla="*/ 3987676 h 6858000"/>
              <a:gd name="csX5" fmla="*/ 10754235 w 12192000"/>
              <a:gd name="csY5" fmla="*/ 3987676 h 6858000"/>
              <a:gd name="csX6" fmla="*/ 10754235 w 12192000"/>
              <a:gd name="csY6" fmla="*/ 3572851 h 6858000"/>
              <a:gd name="csX7" fmla="*/ 2511254 w 12192000"/>
              <a:gd name="csY7" fmla="*/ 3572851 h 6858000"/>
              <a:gd name="csX8" fmla="*/ 0 w 12192000"/>
              <a:gd name="csY8" fmla="*/ 0 h 6858000"/>
              <a:gd name="csX9" fmla="*/ 12192000 w 12192000"/>
              <a:gd name="csY9" fmla="*/ 0 h 6858000"/>
              <a:gd name="csX10" fmla="*/ 12192000 w 12192000"/>
              <a:gd name="csY10" fmla="*/ 6858000 h 6858000"/>
              <a:gd name="csX11" fmla="*/ 0 w 12192000"/>
              <a:gd name="csY11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192000" h="6858000">
                <a:moveTo>
                  <a:pt x="1437763" y="3572851"/>
                </a:moveTo>
                <a:lnTo>
                  <a:pt x="1437763" y="3987676"/>
                </a:lnTo>
                <a:lnTo>
                  <a:pt x="1437763" y="5727266"/>
                </a:lnTo>
                <a:lnTo>
                  <a:pt x="2511254" y="5727266"/>
                </a:lnTo>
                <a:lnTo>
                  <a:pt x="2511254" y="3987676"/>
                </a:lnTo>
                <a:lnTo>
                  <a:pt x="10754235" y="3987676"/>
                </a:lnTo>
                <a:lnTo>
                  <a:pt x="10754235" y="3572851"/>
                </a:lnTo>
                <a:lnTo>
                  <a:pt x="2511254" y="357285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41232866-5A66-C85B-F257-652FACFBA5E2}"/>
              </a:ext>
            </a:extLst>
          </p:cNvPr>
          <p:cNvGrpSpPr/>
          <p:nvPr/>
        </p:nvGrpSpPr>
        <p:grpSpPr>
          <a:xfrm>
            <a:off x="718434" y="4308089"/>
            <a:ext cx="1614399" cy="722865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5705B721-1B7B-B514-548A-9DC04F5001B4}"/>
                </a:ext>
              </a:extLst>
            </p:cNvPr>
            <p:cNvGrpSpPr/>
            <p:nvPr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2" name="思考の吹き出し: 雲形 11">
                <a:extLst>
                  <a:ext uri="{FF2B5EF4-FFF2-40B4-BE49-F238E27FC236}">
                    <a16:creationId xmlns:a16="http://schemas.microsoft.com/office/drawing/2014/main" id="{00EF6743-D3A0-6769-1B99-22BE65B9590F}"/>
                  </a:ext>
                </a:extLst>
              </p:cNvPr>
              <p:cNvSpPr/>
              <p:nvPr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5504"/>
                  <a:gd name="adj2" fmla="val -95076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BC19A1AA-34FB-201D-505B-5FCE42961F0C}"/>
                  </a:ext>
                </a:extLst>
              </p:cNvPr>
              <p:cNvSpPr/>
              <p:nvPr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F47CEE55-57FC-E5EC-90DA-E9E0FB2635E7}"/>
                  </a:ext>
                </a:extLst>
              </p:cNvPr>
              <p:cNvSpPr/>
              <p:nvPr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0CDFF352-C922-52EE-6E0E-89E1601EE7FA}"/>
                  </a:ext>
                </a:extLst>
              </p:cNvPr>
              <p:cNvSpPr/>
              <p:nvPr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</p:grp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7CEB7DEC-5622-6607-EA59-6DE841E5305E}"/>
                </a:ext>
              </a:extLst>
            </p:cNvPr>
            <p:cNvSpPr/>
            <p:nvPr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>
                  <a:solidFill>
                    <a:schemeClr val="tx1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optional</a:t>
              </a:r>
              <a:endParaRPr kumimoji="1" lang="ja-JP" altLang="en-US" sz="1200">
                <a:solidFill>
                  <a:schemeClr val="tx1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986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65ED-AB26-B0BD-CED1-C183D7EF3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853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B9173A0-3250-0ECC-59B2-5D1DDFB22A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3123526 w 12192000"/>
              <a:gd name="csY0" fmla="*/ 3706153 h 6858000"/>
              <a:gd name="csX1" fmla="*/ 2184850 w 12192000"/>
              <a:gd name="csY1" fmla="*/ 4644829 h 6858000"/>
              <a:gd name="csX2" fmla="*/ 3123526 w 12192000"/>
              <a:gd name="csY2" fmla="*/ 5583505 h 6858000"/>
              <a:gd name="csX3" fmla="*/ 4062202 w 12192000"/>
              <a:gd name="csY3" fmla="*/ 4644829 h 6858000"/>
              <a:gd name="csX4" fmla="*/ 3123526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3123526" y="3706153"/>
                </a:moveTo>
                <a:cubicBezTo>
                  <a:pt x="2605110" y="3706153"/>
                  <a:pt x="2184850" y="4126413"/>
                  <a:pt x="2184850" y="4644829"/>
                </a:cubicBezTo>
                <a:cubicBezTo>
                  <a:pt x="2184850" y="5163245"/>
                  <a:pt x="2605110" y="5583505"/>
                  <a:pt x="3123526" y="5583505"/>
                </a:cubicBezTo>
                <a:cubicBezTo>
                  <a:pt x="3641942" y="5583505"/>
                  <a:pt x="4062202" y="5163245"/>
                  <a:pt x="4062202" y="4644829"/>
                </a:cubicBezTo>
                <a:cubicBezTo>
                  <a:pt x="4062202" y="4126413"/>
                  <a:pt x="3641942" y="3706153"/>
                  <a:pt x="3123526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53920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CF575-CA67-FBAF-AEDE-63C0B84FD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7A7BF9F8-403F-CCF3-1DCA-4C5178743A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4 w 12192000"/>
              <a:gd name="csY0" fmla="*/ 1556711 h 6858000"/>
              <a:gd name="csX1" fmla="*/ 1437764 w 12192000"/>
              <a:gd name="csY1" fmla="*/ 1980457 h 6858000"/>
              <a:gd name="csX2" fmla="*/ 10754236 w 12192000"/>
              <a:gd name="csY2" fmla="*/ 1980457 h 6858000"/>
              <a:gd name="csX3" fmla="*/ 10754236 w 12192000"/>
              <a:gd name="csY3" fmla="*/ 1556711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437764" y="1556711"/>
                </a:moveTo>
                <a:lnTo>
                  <a:pt x="1437764" y="1980457"/>
                </a:lnTo>
                <a:lnTo>
                  <a:pt x="10754236" y="1980457"/>
                </a:lnTo>
                <a:lnTo>
                  <a:pt x="10754236" y="155671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479550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A083C-92ED-5D3F-2718-CB4655B0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431B914C-0517-EFF7-461B-BF538BEDC1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761530 w 12192000"/>
              <a:gd name="csY0" fmla="*/ 3706153 h 6858000"/>
              <a:gd name="csX1" fmla="*/ 4822854 w 12192000"/>
              <a:gd name="csY1" fmla="*/ 4644829 h 6858000"/>
              <a:gd name="csX2" fmla="*/ 5761530 w 12192000"/>
              <a:gd name="csY2" fmla="*/ 5583505 h 6858000"/>
              <a:gd name="csX3" fmla="*/ 6700206 w 12192000"/>
              <a:gd name="csY3" fmla="*/ 4644829 h 6858000"/>
              <a:gd name="csX4" fmla="*/ 5761530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761530" y="3706153"/>
                </a:moveTo>
                <a:cubicBezTo>
                  <a:pt x="5243114" y="3706153"/>
                  <a:pt x="4822854" y="4126413"/>
                  <a:pt x="4822854" y="4644829"/>
                </a:cubicBezTo>
                <a:cubicBezTo>
                  <a:pt x="4822854" y="5163245"/>
                  <a:pt x="5243114" y="5583505"/>
                  <a:pt x="5761530" y="5583505"/>
                </a:cubicBezTo>
                <a:cubicBezTo>
                  <a:pt x="6279946" y="5583505"/>
                  <a:pt x="6700206" y="5163245"/>
                  <a:pt x="6700206" y="4644829"/>
                </a:cubicBezTo>
                <a:cubicBezTo>
                  <a:pt x="6700206" y="4126413"/>
                  <a:pt x="6279946" y="3706153"/>
                  <a:pt x="5761530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327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AB46B-E8FB-94E3-9AA5-8D05E4E3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1A9F53B5-D40B-7918-A7D6-4475EC4EA8E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8496638 w 12192000"/>
              <a:gd name="csY0" fmla="*/ 3859901 h 6858000"/>
              <a:gd name="csX1" fmla="*/ 7557962 w 12192000"/>
              <a:gd name="csY1" fmla="*/ 4798577 h 6858000"/>
              <a:gd name="csX2" fmla="*/ 8496638 w 12192000"/>
              <a:gd name="csY2" fmla="*/ 5737253 h 6858000"/>
              <a:gd name="csX3" fmla="*/ 9435314 w 12192000"/>
              <a:gd name="csY3" fmla="*/ 4798577 h 6858000"/>
              <a:gd name="csX4" fmla="*/ 8496638 w 12192000"/>
              <a:gd name="csY4" fmla="*/ 385990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8496638" y="3859901"/>
                </a:moveTo>
                <a:cubicBezTo>
                  <a:pt x="7978222" y="3859901"/>
                  <a:pt x="7557962" y="4280161"/>
                  <a:pt x="7557962" y="4798577"/>
                </a:cubicBezTo>
                <a:cubicBezTo>
                  <a:pt x="7557962" y="5316993"/>
                  <a:pt x="7978222" y="5737253"/>
                  <a:pt x="8496638" y="5737253"/>
                </a:cubicBezTo>
                <a:cubicBezTo>
                  <a:pt x="9015054" y="5737253"/>
                  <a:pt x="9435314" y="5316993"/>
                  <a:pt x="9435314" y="4798577"/>
                </a:cubicBezTo>
                <a:cubicBezTo>
                  <a:pt x="9435314" y="4280161"/>
                  <a:pt x="9015054" y="3859901"/>
                  <a:pt x="8496638" y="385990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86059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5E04C-770F-1B90-ADDC-F9670DC63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94C47695-8592-4C34-5043-92953CA8083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4 w 12192000"/>
              <a:gd name="csY0" fmla="*/ 1980456 h 6858000"/>
              <a:gd name="csX1" fmla="*/ 1437764 w 12192000"/>
              <a:gd name="csY1" fmla="*/ 2560319 h 6858000"/>
              <a:gd name="csX2" fmla="*/ 10754236 w 12192000"/>
              <a:gd name="csY2" fmla="*/ 2560319 h 6858000"/>
              <a:gd name="csX3" fmla="*/ 10754236 w 12192000"/>
              <a:gd name="csY3" fmla="*/ 1980456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437764" y="1980456"/>
                </a:moveTo>
                <a:lnTo>
                  <a:pt x="1437764" y="2560319"/>
                </a:lnTo>
                <a:lnTo>
                  <a:pt x="10754236" y="2560319"/>
                </a:lnTo>
                <a:lnTo>
                  <a:pt x="10754236" y="1980456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564734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6B6AD6F-19C1-E875-E68D-2F2AE2A58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09" y="1421888"/>
            <a:ext cx="6601981" cy="4014224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93198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2</Words>
  <Application>Microsoft Office PowerPoint</Application>
  <PresentationFormat>ワイド画面</PresentationFormat>
  <Paragraphs>2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1" baseType="lpstr">
      <vt:lpstr>Arial</vt:lpstr>
      <vt:lpstr>Cascadia Mono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13</cp:revision>
  <dcterms:created xsi:type="dcterms:W3CDTF">2026-06-07T05:51:28Z</dcterms:created>
  <dcterms:modified xsi:type="dcterms:W3CDTF">2026-07-21T05:05:44Z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2026-06-07T06:28:46Z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29d43962-aa3e-4636-a88e-5509e80ecd3e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