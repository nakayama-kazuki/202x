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95" r:id="rId3"/>
    <p:sldId id="258" r:id="rId4"/>
    <p:sldId id="273" r:id="rId5"/>
    <p:sldId id="296" r:id="rId6"/>
    <p:sldId id="262" r:id="rId7"/>
    <p:sldId id="297" r:id="rId8"/>
    <p:sldId id="264" r:id="rId9"/>
    <p:sldId id="298" r:id="rId10"/>
    <p:sldId id="301" r:id="rId11"/>
    <p:sldId id="302" r:id="rId12"/>
    <p:sldId id="266" r:id="rId13"/>
    <p:sldId id="259" r:id="rId14"/>
    <p:sldId id="299" r:id="rId15"/>
    <p:sldId id="268" r:id="rId16"/>
    <p:sldId id="270" r:id="rId17"/>
    <p:sldId id="300" r:id="rId18"/>
    <p:sldId id="272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7419" autoAdjust="0"/>
  </p:normalViewPr>
  <p:slideViewPr>
    <p:cSldViewPr snapToGrid="0">
      <p:cViewPr varScale="1">
        <p:scale>
          <a:sx n="161" d="100"/>
          <a:sy n="161" d="100"/>
        </p:scale>
        <p:origin x="2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C74A805-1961-F34F-C862-5A6ACB7E7E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276514818"/>
              </p:ext>
            </p:extLst>
          </p:nvPr>
        </p:nvGraphicFramePr>
        <p:xfrm>
          <a:off x="1439080" y="274320"/>
          <a:ext cx="9313840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76173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1783607">
                  <a:extLst>
                    <a:ext uri="{9D8B030D-6E8A-4147-A177-3AD203B41FA5}">
                      <a16:colId xmlns:a16="http://schemas.microsoft.com/office/drawing/2014/main" val="308123450"/>
                    </a:ext>
                  </a:extLst>
                </a:gridCol>
                <a:gridCol w="6454060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resource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note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.env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llmj-generate.py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357067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llmj-judge.py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against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357067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*.json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357067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llmj-configure.py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work/rubric-stats.json</a:t>
                      </a:r>
                      <a:r>
                        <a:rPr kumimoji="1" lang="en-US" altLang="ja-JP" sz="1000" b="0" i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for statistical analysis of the judge results.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504222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llmj-fake-source.py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a large number of text files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in source/*.txt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Please use them as input data for quality verification.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486968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llmj-initial.py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llmj-feedback.py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provides improvement suggestions for the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or for specific gold data in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based on the evaluation results of the gold data.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08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template-*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*.py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5005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7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15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9990F-B93E-9633-B108-FCCF5F3B9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8C499E7B-64E0-750C-EF9E-CC10008DE4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2560320 h 6858000"/>
              <a:gd name="csX1" fmla="*/ 1437764 w 12192000"/>
              <a:gd name="csY1" fmla="*/ 3140182 h 6858000"/>
              <a:gd name="csX2" fmla="*/ 10754236 w 12192000"/>
              <a:gd name="csY2" fmla="*/ 3140182 h 6858000"/>
              <a:gd name="csX3" fmla="*/ 10754236 w 12192000"/>
              <a:gd name="csY3" fmla="*/ 2560320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2560320"/>
                </a:moveTo>
                <a:lnTo>
                  <a:pt x="1437764" y="3140182"/>
                </a:lnTo>
                <a:lnTo>
                  <a:pt x="10754236" y="3140182"/>
                </a:lnTo>
                <a:lnTo>
                  <a:pt x="10754236" y="256032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744726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E9A92-21AB-8889-0EAF-122719745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D1D241B9-6327-9E8E-534B-EA798BDC4E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4572000 h 6858000"/>
              <a:gd name="csX2" fmla="*/ 1437763 w 12192000"/>
              <a:gd name="csY2" fmla="*/ 5151862 h 6858000"/>
              <a:gd name="csX3" fmla="*/ 1437763 w 12192000"/>
              <a:gd name="csY3" fmla="*/ 5727266 h 6858000"/>
              <a:gd name="csX4" fmla="*/ 2511254 w 12192000"/>
              <a:gd name="csY4" fmla="*/ 5727266 h 6858000"/>
              <a:gd name="csX5" fmla="*/ 2511254 w 12192000"/>
              <a:gd name="csY5" fmla="*/ 5151862 h 6858000"/>
              <a:gd name="csX6" fmla="*/ 10754235 w 12192000"/>
              <a:gd name="csY6" fmla="*/ 5151862 h 6858000"/>
              <a:gd name="csX7" fmla="*/ 10754235 w 12192000"/>
              <a:gd name="csY7" fmla="*/ 4572000 h 6858000"/>
              <a:gd name="csX8" fmla="*/ 2511254 w 12192000"/>
              <a:gd name="csY8" fmla="*/ 4572000 h 6858000"/>
              <a:gd name="csX9" fmla="*/ 2511254 w 12192000"/>
              <a:gd name="csY9" fmla="*/ 3572851 h 6858000"/>
              <a:gd name="csX10" fmla="*/ 0 w 12192000"/>
              <a:gd name="csY10" fmla="*/ 0 h 6858000"/>
              <a:gd name="csX11" fmla="*/ 12192000 w 12192000"/>
              <a:gd name="csY11" fmla="*/ 0 h 6858000"/>
              <a:gd name="csX12" fmla="*/ 12192000 w 12192000"/>
              <a:gd name="csY12" fmla="*/ 6858000 h 6858000"/>
              <a:gd name="csX13" fmla="*/ 0 w 12192000"/>
              <a:gd name="csY1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4572000"/>
                </a:lnTo>
                <a:lnTo>
                  <a:pt x="1437763" y="5151862"/>
                </a:lnTo>
                <a:lnTo>
                  <a:pt x="1437763" y="5727266"/>
                </a:lnTo>
                <a:lnTo>
                  <a:pt x="2511254" y="5727266"/>
                </a:lnTo>
                <a:lnTo>
                  <a:pt x="2511254" y="5151862"/>
                </a:lnTo>
                <a:lnTo>
                  <a:pt x="10754235" y="5151862"/>
                </a:lnTo>
                <a:lnTo>
                  <a:pt x="10754235" y="4572000"/>
                </a:lnTo>
                <a:lnTo>
                  <a:pt x="2511254" y="4572000"/>
                </a:lnTo>
                <a:lnTo>
                  <a:pt x="2511254" y="357285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E8F2589-ABEC-EA81-2935-D24D4293B986}"/>
              </a:ext>
            </a:extLst>
          </p:cNvPr>
          <p:cNvGrpSpPr/>
          <p:nvPr/>
        </p:nvGrpSpPr>
        <p:grpSpPr>
          <a:xfrm>
            <a:off x="10018744" y="3677075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ADA12C11-E597-9120-31BD-862373B52D66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3" name="思考の吹き出し: 雲形 12">
                <a:extLst>
                  <a:ext uri="{FF2B5EF4-FFF2-40B4-BE49-F238E27FC236}">
                    <a16:creationId xmlns:a16="http://schemas.microsoft.com/office/drawing/2014/main" id="{86E1BA43-7420-FBCC-1B03-0A4A687564B5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23502"/>
                  <a:gd name="adj2" fmla="val 9289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ED6180C2-F421-750F-6976-7C67F39C9B3D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2FA905A2-B966-791D-BCF7-E8ED1AB4715B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E9C4A990-52DF-145D-B216-CA9904834001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7C85EF7-157B-2B5B-A9BE-8320E8F76781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2811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691C6-7196-357B-CF15-4A84909F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F51F1D07-1363-8751-FA6F-C8E94B185A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5147404 h 6858000"/>
              <a:gd name="csX2" fmla="*/ 1437763 w 12192000"/>
              <a:gd name="csY2" fmla="*/ 5727266 h 6858000"/>
              <a:gd name="csX3" fmla="*/ 2511255 w 12192000"/>
              <a:gd name="csY3" fmla="*/ 5727266 h 6858000"/>
              <a:gd name="csX4" fmla="*/ 10754235 w 12192000"/>
              <a:gd name="csY4" fmla="*/ 5727266 h 6858000"/>
              <a:gd name="csX5" fmla="*/ 10754235 w 12192000"/>
              <a:gd name="csY5" fmla="*/ 5147404 h 6858000"/>
              <a:gd name="csX6" fmla="*/ 2511255 w 12192000"/>
              <a:gd name="csY6" fmla="*/ 5147404 h 6858000"/>
              <a:gd name="csX7" fmla="*/ 2511255 w 12192000"/>
              <a:gd name="csY7" fmla="*/ 3572851 h 6858000"/>
              <a:gd name="csX8" fmla="*/ 1437764 w 12192000"/>
              <a:gd name="csY8" fmla="*/ 2560320 h 6858000"/>
              <a:gd name="csX9" fmla="*/ 1437764 w 12192000"/>
              <a:gd name="csY9" fmla="*/ 3140182 h 6858000"/>
              <a:gd name="csX10" fmla="*/ 10754236 w 12192000"/>
              <a:gd name="csY10" fmla="*/ 3140182 h 6858000"/>
              <a:gd name="csX11" fmla="*/ 10754236 w 12192000"/>
              <a:gd name="csY11" fmla="*/ 2560320 h 6858000"/>
              <a:gd name="csX12" fmla="*/ 0 w 12192000"/>
              <a:gd name="csY12" fmla="*/ 0 h 6858000"/>
              <a:gd name="csX13" fmla="*/ 12192000 w 12192000"/>
              <a:gd name="csY13" fmla="*/ 0 h 6858000"/>
              <a:gd name="csX14" fmla="*/ 12192000 w 12192000"/>
              <a:gd name="csY14" fmla="*/ 6858000 h 6858000"/>
              <a:gd name="csX15" fmla="*/ 0 w 12192000"/>
              <a:gd name="csY15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5147404"/>
                </a:lnTo>
                <a:lnTo>
                  <a:pt x="1437763" y="5727266"/>
                </a:lnTo>
                <a:lnTo>
                  <a:pt x="2511255" y="5727266"/>
                </a:lnTo>
                <a:lnTo>
                  <a:pt x="10754235" y="5727266"/>
                </a:lnTo>
                <a:lnTo>
                  <a:pt x="10754235" y="5147404"/>
                </a:lnTo>
                <a:lnTo>
                  <a:pt x="2511255" y="5147404"/>
                </a:lnTo>
                <a:lnTo>
                  <a:pt x="2511255" y="3572851"/>
                </a:lnTo>
                <a:close/>
                <a:moveTo>
                  <a:pt x="1437764" y="2560320"/>
                </a:moveTo>
                <a:lnTo>
                  <a:pt x="1437764" y="3140182"/>
                </a:lnTo>
                <a:lnTo>
                  <a:pt x="10754236" y="3140182"/>
                </a:lnTo>
                <a:lnTo>
                  <a:pt x="10754236" y="256032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00230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ADD19-8A82-86C8-8BD4-C9C84B98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リーフォーム: 図形 5">
            <a:extLst>
              <a:ext uri="{FF2B5EF4-FFF2-40B4-BE49-F238E27FC236}">
                <a16:creationId xmlns:a16="http://schemas.microsoft.com/office/drawing/2014/main" id="{AD6F5327-32AF-C2D2-E4EC-2EA98178F28C}"/>
              </a:ext>
            </a:extLst>
          </p:cNvPr>
          <p:cNvSpPr/>
          <p:nvPr/>
        </p:nvSpPr>
        <p:spPr>
          <a:xfrm>
            <a:off x="0" y="0"/>
            <a:ext cx="12814978" cy="6858000"/>
          </a:xfrm>
          <a:custGeom>
            <a:avLst/>
            <a:gdLst>
              <a:gd name="csX0" fmla="*/ 12192000 w 12814978"/>
              <a:gd name="csY0" fmla="*/ 4565567 h 6858000"/>
              <a:gd name="csX1" fmla="*/ 12288588 w 12814978"/>
              <a:gd name="csY1" fmla="*/ 4624246 h 6858000"/>
              <a:gd name="csX2" fmla="*/ 12814978 w 12814978"/>
              <a:gd name="csY2" fmla="*/ 5614266 h 6858000"/>
              <a:gd name="csX3" fmla="*/ 12288588 w 12814978"/>
              <a:gd name="csY3" fmla="*/ 6604287 h 6858000"/>
              <a:gd name="csX4" fmla="*/ 12192000 w 12814978"/>
              <a:gd name="csY4" fmla="*/ 6662966 h 6858000"/>
              <a:gd name="csX5" fmla="*/ 0 w 12814978"/>
              <a:gd name="csY5" fmla="*/ 0 h 6858000"/>
              <a:gd name="csX6" fmla="*/ 12192000 w 12814978"/>
              <a:gd name="csY6" fmla="*/ 0 h 6858000"/>
              <a:gd name="csX7" fmla="*/ 12192000 w 12814978"/>
              <a:gd name="csY7" fmla="*/ 4565567 h 6858000"/>
              <a:gd name="csX8" fmla="*/ 12190149 w 12814978"/>
              <a:gd name="csY8" fmla="*/ 4564442 h 6858000"/>
              <a:gd name="csX9" fmla="*/ 11621054 w 12814978"/>
              <a:gd name="csY9" fmla="*/ 4420342 h 6858000"/>
              <a:gd name="csX10" fmla="*/ 10427130 w 12814978"/>
              <a:gd name="csY10" fmla="*/ 5614266 h 6858000"/>
              <a:gd name="csX11" fmla="*/ 11621054 w 12814978"/>
              <a:gd name="csY11" fmla="*/ 6808190 h 6858000"/>
              <a:gd name="csX12" fmla="*/ 12190149 w 12814978"/>
              <a:gd name="csY12" fmla="*/ 6664090 h 6858000"/>
              <a:gd name="csX13" fmla="*/ 12192000 w 12814978"/>
              <a:gd name="csY13" fmla="*/ 6662966 h 6858000"/>
              <a:gd name="csX14" fmla="*/ 12192000 w 12814978"/>
              <a:gd name="csY14" fmla="*/ 6858000 h 6858000"/>
              <a:gd name="csX15" fmla="*/ 0 w 12814978"/>
              <a:gd name="csY15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814978" h="6858000">
                <a:moveTo>
                  <a:pt x="12192000" y="4565567"/>
                </a:moveTo>
                <a:lnTo>
                  <a:pt x="12288588" y="4624246"/>
                </a:lnTo>
                <a:cubicBezTo>
                  <a:pt x="12606174" y="4838803"/>
                  <a:pt x="12814978" y="5202150"/>
                  <a:pt x="12814978" y="5614266"/>
                </a:cubicBezTo>
                <a:cubicBezTo>
                  <a:pt x="12814978" y="6026383"/>
                  <a:pt x="12606174" y="6389730"/>
                  <a:pt x="12288588" y="6604287"/>
                </a:cubicBezTo>
                <a:lnTo>
                  <a:pt x="12192000" y="666296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4565567"/>
                </a:lnTo>
                <a:lnTo>
                  <a:pt x="12190149" y="4564442"/>
                </a:lnTo>
                <a:cubicBezTo>
                  <a:pt x="12020978" y="4472543"/>
                  <a:pt x="11827112" y="4420342"/>
                  <a:pt x="11621054" y="4420342"/>
                </a:cubicBezTo>
                <a:cubicBezTo>
                  <a:pt x="10961668" y="4420342"/>
                  <a:pt x="10427130" y="4954880"/>
                  <a:pt x="10427130" y="5614266"/>
                </a:cubicBezTo>
                <a:cubicBezTo>
                  <a:pt x="10427130" y="6273652"/>
                  <a:pt x="10961668" y="6808190"/>
                  <a:pt x="11621054" y="6808190"/>
                </a:cubicBezTo>
                <a:cubicBezTo>
                  <a:pt x="11827112" y="6808190"/>
                  <a:pt x="12020978" y="6755989"/>
                  <a:pt x="12190149" y="6664090"/>
                </a:cubicBezTo>
                <a:lnTo>
                  <a:pt x="12192000" y="6662966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11333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75742-E758-DE0B-656C-EED90813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E63BA42D-73C1-33CD-55A8-43E0A64662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3 w 12192000"/>
              <a:gd name="csY0" fmla="*/ 3572851 h 6858000"/>
              <a:gd name="csX1" fmla="*/ 1437763 w 12192000"/>
              <a:gd name="csY1" fmla="*/ 3987676 h 6858000"/>
              <a:gd name="csX2" fmla="*/ 1437763 w 12192000"/>
              <a:gd name="csY2" fmla="*/ 5727266 h 6858000"/>
              <a:gd name="csX3" fmla="*/ 2511254 w 12192000"/>
              <a:gd name="csY3" fmla="*/ 5727266 h 6858000"/>
              <a:gd name="csX4" fmla="*/ 2511254 w 12192000"/>
              <a:gd name="csY4" fmla="*/ 3987676 h 6858000"/>
              <a:gd name="csX5" fmla="*/ 10754235 w 12192000"/>
              <a:gd name="csY5" fmla="*/ 3987676 h 6858000"/>
              <a:gd name="csX6" fmla="*/ 10754235 w 12192000"/>
              <a:gd name="csY6" fmla="*/ 3572851 h 6858000"/>
              <a:gd name="csX7" fmla="*/ 2511254 w 12192000"/>
              <a:gd name="csY7" fmla="*/ 3572851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1437763" y="3572851"/>
                </a:moveTo>
                <a:lnTo>
                  <a:pt x="1437763" y="3987676"/>
                </a:lnTo>
                <a:lnTo>
                  <a:pt x="1437763" y="5727266"/>
                </a:lnTo>
                <a:lnTo>
                  <a:pt x="2511254" y="5727266"/>
                </a:lnTo>
                <a:lnTo>
                  <a:pt x="2511254" y="3987676"/>
                </a:lnTo>
                <a:lnTo>
                  <a:pt x="10754235" y="3987676"/>
                </a:lnTo>
                <a:lnTo>
                  <a:pt x="10754235" y="3572851"/>
                </a:lnTo>
                <a:lnTo>
                  <a:pt x="2511254" y="357285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12D0B43-E338-038C-70F5-BCAA45DD4525}"/>
              </a:ext>
            </a:extLst>
          </p:cNvPr>
          <p:cNvGrpSpPr/>
          <p:nvPr/>
        </p:nvGrpSpPr>
        <p:grpSpPr>
          <a:xfrm>
            <a:off x="10018744" y="2655799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5DD90B5B-3C01-EE5F-1301-E0BD9B715581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5" name="思考の吹き出し: 雲形 4">
                <a:extLst>
                  <a:ext uri="{FF2B5EF4-FFF2-40B4-BE49-F238E27FC236}">
                    <a16:creationId xmlns:a16="http://schemas.microsoft.com/office/drawing/2014/main" id="{C214408C-0428-999D-B0C4-2AAB6DF14465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23502"/>
                  <a:gd name="adj2" fmla="val 9289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B6C08684-7D6D-16D2-6B93-C9FBF3F9196D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832C6153-661B-5726-1570-FF3FC86747D6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C589499D-D0A5-EDFD-8878-5AA9BDD12C7C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61547E51-7F3E-2DE1-9CE5-B5DE12B5B20C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98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CF575-CA67-FBAF-AEDE-63C0B84F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7A7BF9F8-403F-CCF3-1DCA-4C5178743A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1556711 h 6858000"/>
              <a:gd name="csX1" fmla="*/ 1437764 w 12192000"/>
              <a:gd name="csY1" fmla="*/ 1980457 h 6858000"/>
              <a:gd name="csX2" fmla="*/ 10754236 w 12192000"/>
              <a:gd name="csY2" fmla="*/ 1980457 h 6858000"/>
              <a:gd name="csX3" fmla="*/ 10754236 w 12192000"/>
              <a:gd name="csY3" fmla="*/ 155671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1556711"/>
                </a:moveTo>
                <a:lnTo>
                  <a:pt x="1437764" y="1980457"/>
                </a:lnTo>
                <a:lnTo>
                  <a:pt x="10754236" y="1980457"/>
                </a:lnTo>
                <a:lnTo>
                  <a:pt x="10754236" y="155671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479550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5E04C-770F-1B90-ADDC-F9670DC63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94C47695-8592-4C34-5043-92953CA808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437764 w 12192000"/>
              <a:gd name="csY0" fmla="*/ 1980456 h 6858000"/>
              <a:gd name="csX1" fmla="*/ 1437764 w 12192000"/>
              <a:gd name="csY1" fmla="*/ 2560319 h 6858000"/>
              <a:gd name="csX2" fmla="*/ 10754236 w 12192000"/>
              <a:gd name="csY2" fmla="*/ 2560319 h 6858000"/>
              <a:gd name="csX3" fmla="*/ 10754236 w 12192000"/>
              <a:gd name="csY3" fmla="*/ 1980456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437764" y="1980456"/>
                </a:moveTo>
                <a:lnTo>
                  <a:pt x="1437764" y="2560319"/>
                </a:lnTo>
                <a:lnTo>
                  <a:pt x="10754236" y="2560319"/>
                </a:lnTo>
                <a:lnTo>
                  <a:pt x="10754236" y="198045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64734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</Words>
  <Application>Microsoft Office PowerPoint</Application>
  <PresentationFormat>ワイド画面</PresentationFormat>
  <Paragraphs>2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Arial</vt:lpstr>
      <vt:lpstr>Cascadia Mono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13</cp:revision>
  <dcterms:created xsi:type="dcterms:W3CDTF">2026-06-07T05:51:28Z</dcterms:created>
  <dcterms:modified xsi:type="dcterms:W3CDTF">2026-07-13T01:19:18Z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